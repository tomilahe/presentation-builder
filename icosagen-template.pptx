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0"/>
    <p:restoredTop sz="94645"/>
  </p:normalViewPr>
  <p:slideViewPr>
    <p:cSldViewPr snapToGrid="0">
      <p:cViewPr varScale="1">
        <p:scale>
          <a:sx n="119" d="100"/>
          <a:sy n="119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E007-1B45-966E-6D93-EB379C97A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6B74F-3D7E-CB19-FA63-DD7FD0887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4690-1DDB-83E4-36E9-099224A2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E10B-89FB-3F3E-433F-14AD8AC7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06917-81E2-7F9E-5F3F-60E0AB6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92066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1C098-0E48-038A-7067-31B12A72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8200-EE5B-30C4-114D-1394BC229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ED161-EF21-789F-6A82-1A528ACC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99F02-6CFF-4810-6433-0096930A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8FF0B-08E5-2AE2-DD15-BDECCEDA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20966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979D-7D0C-2384-C543-2CFE668CD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6CA9E-0F53-62F1-8E8A-CBCDC32E6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6DB8D-32B2-E0C8-CB0D-F0E4FE6A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CAA31-3C8B-686C-04D8-893EA86C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8B44A-E9F3-8D36-BB84-6BA2C179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64995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D7D5-D844-64B5-CC9A-B4B27C3E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B7C09-20C9-B17B-0836-A0F30A060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D59C8-814C-EC4F-CEC9-A57DBEC0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2CB41-6685-36B3-3AFD-C27785D7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FD093-4D82-A45B-1A68-77414590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C9189-C2C3-ADA6-9640-6E913DEE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33545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8C31-A543-0B60-65DC-5F5169C0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C9BD7-AE6B-E06A-2A6A-BA8990A5D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A50F-35E1-DD8D-6A64-FA0269B5E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E1D60-F531-CC91-F191-A24A14750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D877C-7AF5-2B42-9E3F-BF02DB728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78955-DDE7-1E0D-3876-11FC393C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5C7D-4397-C841-C81F-1D8EAC2D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10526-A35F-FFAC-E3FA-EAC86FA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63693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2CCF-4139-3203-4E75-DED1BF86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A1FED-E3A5-155E-9ED3-A9F87B11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7961-86C9-1E70-A628-8ED3B69E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4C3A0-5B3A-F82B-A42A-FFBBB9D27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5424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F0DD3-B627-3849-6A37-B41ED714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2645E-2EA4-2B08-D85E-0D4D2CAA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D1BB-C6F0-7D2A-6E62-695E0851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20660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B06F-2FD6-9768-3BF3-C00D13F2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CAE4-CF15-2CF0-443C-9C6340C5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B13B8-6C43-3C2F-5D11-108C3282B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E9BE9-DC0C-CFB9-03C3-77067FF9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659D4-97F1-FD4E-62AF-C2DCFC93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3D178-9E9F-7F96-8E4F-477784CF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96719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2A6D-20B2-AB64-87A3-58040FBA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EE9B5-3347-A426-1C37-5B5167429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6DE45-F07D-BCF7-FD81-809ACEFCF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D63E3-14E6-8A91-BF25-246A21CE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90D20-2C11-6C3B-0938-ABA8A1C5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860AF-7CF9-2F45-AC9E-466E3623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59956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91B7-AFAB-9F26-F3D0-B2059993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8C797-D9FC-C80B-6DC3-AD312E40F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CE103-DB29-C02B-D4D2-48DC7FB9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A683E-5E4E-E544-18AC-85D02089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980D-02A6-9D10-0BD5-7C31F6A9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21610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14E87-1873-A57D-EC6B-BA90325B9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FA368-E60C-7DF3-343D-E437EBF2E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C9892-F99B-779B-E67F-7C8A4DF5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EE04-6476-732E-3EAC-D6083A4D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CB72F-CA46-B8FC-C201-2E60284D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99037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4611B-4A54-7BCC-230F-5EE71195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59332-78AC-907D-A4A7-7AD7A1910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CB9A-D089-8811-C053-58B8EB311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C7676-45A9-D349-A9A7-0D3B8559AC98}" type="datetimeFigureOut">
              <a:rPr lang="en-EE" smtClean="0"/>
              <a:t>07.11.2025</a:t>
            </a:fld>
            <a:endParaRPr lang="en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DAB4-5EDF-98D8-1787-96DA14A68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0435C-4A05-AF47-54AF-499F64DD3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4077C-AA01-2748-B986-7376674EEFAF}" type="slidenum">
              <a:rPr lang="en-EE" smtClean="0"/>
              <a:t>‹#›</a:t>
            </a:fld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85246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5E6A2-D2D4-0473-15A5-AE97D93964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14344-A91C-D4C4-21DD-623AC85F5E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5C2F8-369E-EF83-15EA-75A215B2D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637585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Immanuel Sanka</dc:creator>
  <cp:lastModifiedBy>Kertu Mölder</cp:lastModifiedBy>
  <cp:revision>2</cp:revision>
  <dcterms:created xsi:type="dcterms:W3CDTF">2025-07-23T08:25:18Z</dcterms:created>
  <dcterms:modified xsi:type="dcterms:W3CDTF">2025-11-07T13:10:12Z</dcterms:modified>
</cp:coreProperties>
</file>