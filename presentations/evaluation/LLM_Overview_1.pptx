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authors.xml" ContentType="application/vnd.ms-powerpoint.authors+xml"/>
  <Override PartName="/ppt/charts/chart1.xml" ContentType="application/vnd.openxmlformats-officedocument.drawingml.chart+xml"/>
  <Override PartName="/ppt/handoutMasters/handoutMaster1.xml" ContentType="application/vnd.openxmlformats-officedocument.presentationml.handoutMaster+xml"/>
  <Override PartName="/ppt/media/image3.svg" ContentType="image/svg+xml"/>
  <Override PartName="/ppt/media/image6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3648" r:id="rId3"/>
  </p:sldMasterIdLst>
  <p:notesMasterIdLst>
    <p:notesMasterId r:id="rId4"/>
  </p:notesMasterIdLst>
  <p:handoutMasterIdLst>
    <p:handoutMasterId r:id="rId5"/>
  </p:handout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</p:sldIdLst>
  <p:sldSz cx="12192000" cy="6858000"/>
  <p:notesSz cx="6794500" cy="9931400"/>
  <p:defaultTextStyle>
    <a:defPPr>
      <a:defRPr lang="et-E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C25AB58-E51E-44C5-B02C-BD8DF00A92B4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3113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FF204DF-3AC7-CD84-A580-42CB0D7C26C5}" name="Lisett Liblekas" initials="LL" userId="S::lisett.liblekas@icosagen.ee::30955120-5099-484a-b836-3f140e1611f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719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9" autoAdjust="0"/>
    <p:restoredTop sz="94185" autoAdjust="0"/>
  </p:normalViewPr>
  <p:slideViewPr>
    <p:cSldViewPr snapToGrid="0" showGuides="1">
      <p:cViewPr varScale="1">
        <p:scale>
          <a:sx n="127" d="100"/>
          <a:sy n="127" d="100"/>
        </p:scale>
        <p:origin x="504" y="192"/>
      </p:cViewPr>
      <p:guideLst>
        <p:guide orient="horz" pos="3113"/>
        <p:guide pos="3817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72" d="100"/>
          <a:sy n="72" d="100"/>
        </p:scale>
        <p:origin x="3234" y="54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handoutMaster" Target="handoutMasters/handout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microsoft.com/office/2018/10/relationships/authors" Target="authors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Parameter Count of Leading LLMs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Parameters (B)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GPT‑3 (175 B)</c:v>
                </c:pt>
                <c:pt idx="1">
                  <c:v>PaLM (540 B)</c:v>
                </c:pt>
                <c:pt idx="2">
                  <c:v>LLaMA (65 B)</c:v>
                </c:pt>
                <c:pt idx="3">
                  <c:v>Claude (100 B)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175.0</c:v>
                </c:pt>
                <c:pt idx="1">
                  <c:v>540.0</c:v>
                </c:pt>
                <c:pt idx="2">
                  <c:v>65.0</c:v>
                </c:pt>
                <c:pt idx="3">
                  <c:v>100.0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C0055F8-9372-67D1-EBB8-C972EC82E7A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813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t-E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A560BA-7D99-0E25-A171-D617BC1DEF5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48100" y="0"/>
            <a:ext cx="2944813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92E486-8C34-4591-9819-77E47BAD6410}" type="datetimeFigureOut">
              <a:rPr lang="et-EE" smtClean="0"/>
              <a:t>04.05.26</a:t>
            </a:fld>
            <a:endParaRPr lang="et-E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4EF133-D8FF-263D-5129-6538C23B107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32925"/>
            <a:ext cx="2944813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t-E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2A6E3A-74DF-A7FE-4898-8AB045D69F1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48100" y="9432925"/>
            <a:ext cx="2944813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CA6C69-7FBF-48C9-B4D4-69C44EE5F551}" type="slidenum">
              <a:rPr lang="et-EE" smtClean="0"/>
              <a:t>‹#›</a:t>
            </a:fld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2672466643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3128" userDrawn="1">
          <p15:clr>
            <a:srgbClr val="F26B43"/>
          </p15:clr>
        </p15:guide>
        <p15:guide id="2" pos="214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283" cy="49829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Calibri" panose="020F0502020204030204" pitchFamily="34" charset="0"/>
              </a:defRPr>
            </a:lvl1pPr>
          </a:lstStyle>
          <a:p>
            <a:endParaRPr lang="et-EE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8645" y="0"/>
            <a:ext cx="2944283" cy="49829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E44DDE24-1A3E-45B7-A194-D2823032C6FD}" type="datetimeFigureOut">
              <a:rPr lang="et-EE" smtClean="0"/>
              <a:pPr/>
              <a:t>04.05.26</a:t>
            </a:fld>
            <a:endParaRPr lang="et-EE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19100" y="1241425"/>
            <a:ext cx="5956300" cy="33512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t-EE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450" y="4779486"/>
            <a:ext cx="5435600" cy="391048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t-EE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33107"/>
            <a:ext cx="2944283" cy="49829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Calibri" panose="020F0502020204030204" pitchFamily="34" charset="0"/>
              </a:defRPr>
            </a:lvl1pPr>
          </a:lstStyle>
          <a:p>
            <a:endParaRPr lang="et-EE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8645" y="9433107"/>
            <a:ext cx="2944283" cy="49829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015EF2FF-4C82-4708-AFCC-C30E5F69F591}" type="slidenum">
              <a:rPr lang="et-EE" smtClean="0"/>
              <a:pPr/>
              <a:t>‹#›</a:t>
            </a:fld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11699092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Relationship Id="rId3" Type="http://schemas.openxmlformats.org/officeDocument/2006/relationships/image" Target="../media/image5.png"/><Relationship Id="rId4" Type="http://schemas.openxmlformats.org/officeDocument/2006/relationships/image" Target="../media/image6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eg"/><Relationship Id="rId3" Type="http://schemas.openxmlformats.org/officeDocument/2006/relationships/image" Target="../media/image2.png"/><Relationship Id="rId4" Type="http://schemas.openxmlformats.org/officeDocument/2006/relationships/image" Target="../media/image3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e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5.png"/><Relationship Id="rId4" Type="http://schemas.openxmlformats.org/officeDocument/2006/relationships/image" Target="../media/image6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5.png"/><Relationship Id="rId4" Type="http://schemas.openxmlformats.org/officeDocument/2006/relationships/image" Target="../media/image6.sv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5.png"/><Relationship Id="rId4" Type="http://schemas.openxmlformats.org/officeDocument/2006/relationships/image" Target="../media/image6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5.png"/><Relationship Id="rId4" Type="http://schemas.openxmlformats.org/officeDocument/2006/relationships/image" Target="../media/image6.sv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eg"/><Relationship Id="rId3" Type="http://schemas.openxmlformats.org/officeDocument/2006/relationships/image" Target="../media/image5.png"/><Relationship Id="rId4" Type="http://schemas.openxmlformats.org/officeDocument/2006/relationships/image" Target="../media/image6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jpeg"/><Relationship Id="rId3" Type="http://schemas.openxmlformats.org/officeDocument/2006/relationships/image" Target="../media/image5.png"/><Relationship Id="rId4" Type="http://schemas.openxmlformats.org/officeDocument/2006/relationships/image" Target="../media/image6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eg"/><Relationship Id="rId3" Type="http://schemas.openxmlformats.org/officeDocument/2006/relationships/image" Target="../media/image5.png"/><Relationship Id="rId4" Type="http://schemas.openxmlformats.org/officeDocument/2006/relationships/image" Target="../media/image6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eg"/><Relationship Id="rId3" Type="http://schemas.openxmlformats.org/officeDocument/2006/relationships/image" Target="../media/image5.png"/><Relationship Id="rId4" Type="http://schemas.openxmlformats.org/officeDocument/2006/relationships/image" Target="../media/image6.sv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jpeg"/><Relationship Id="rId3" Type="http://schemas.openxmlformats.org/officeDocument/2006/relationships/image" Target="../media/image5.png"/><Relationship Id="rId4" Type="http://schemas.openxmlformats.org/officeDocument/2006/relationships/image" Target="../media/image6.sv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5.png"/><Relationship Id="rId4" Type="http://schemas.openxmlformats.org/officeDocument/2006/relationships/image" Target="../media/image6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TITLE_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037B104-C24F-8091-9BD2-55652B18453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A60853-10F1-A278-9266-2B2C627DD0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5046666"/>
            <a:ext cx="10515600" cy="369332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00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A5D3A2-031E-1B51-5E1E-FAC0466AC79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endParaRPr lang="et-EE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7F977D9-DCA1-0113-A323-9371CA04E1CE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831850" y="5471974"/>
            <a:ext cx="10521950" cy="3416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1800">
                <a:solidFill>
                  <a:schemeClr val="accent3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1A137F0-6F31-2DFF-5212-992575BAB7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3098441"/>
            <a:ext cx="10515600" cy="757130"/>
          </a:xfrm>
          <a:prstGeom prst="rect">
            <a:avLst/>
          </a:prstGeom>
        </p:spPr>
        <p:txBody>
          <a:bodyPr anchor="t" anchorCtr="0">
            <a:spAutoFit/>
          </a:bodyPr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 dirty="0" err="1"/>
              <a:t>Põhi-pealkiri</a:t>
            </a:r>
            <a:r>
              <a:rPr lang="en-US" dirty="0"/>
              <a:t>: Calibri 48</a:t>
            </a:r>
            <a:endParaRPr lang="et-EE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4A1F5F4D-010A-9B4C-5DA6-8BE7D3E4FF9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1850" y="752921"/>
            <a:ext cx="1923014" cy="689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69459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TITLE_re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>
            <a:extLst>
              <a:ext uri="{FF2B5EF4-FFF2-40B4-BE49-F238E27FC236}">
                <a16:creationId xmlns:a16="http://schemas.microsoft.com/office/drawing/2014/main" id="{A45C9BCC-0272-BD8E-9A42-AB7F9BE305E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9918" y="746540"/>
            <a:ext cx="1948696" cy="710701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B5C0AD-8ACE-4F6D-E2AF-6C7E02AF054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t-EE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67303CA-3ADD-7E6D-0D14-D0FDD311BD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5046666"/>
            <a:ext cx="10515600" cy="369332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E245364C-4B93-3729-4E6B-677159E53818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829918" y="5471974"/>
            <a:ext cx="10523882" cy="3416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02E750D-F7AB-AB3A-CDC4-C0C420A8D2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3098441"/>
            <a:ext cx="10515600" cy="757130"/>
          </a:xfrm>
          <a:prstGeom prst="rect">
            <a:avLst/>
          </a:prstGeom>
        </p:spPr>
        <p:txBody>
          <a:bodyPr anchor="t" anchorCtr="0">
            <a:sp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 err="1"/>
              <a:t>Põhi-pealkiri</a:t>
            </a:r>
            <a:r>
              <a:rPr lang="en-US" dirty="0"/>
              <a:t>: Calibri 48</a:t>
            </a:r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6046012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_red_high contras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0BDD68A-1D9B-DC2E-36F4-CD58AC3B2B9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A45C9BCC-0272-BD8E-9A42-AB7F9BE305E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9918" y="746540"/>
            <a:ext cx="1948696" cy="710701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B5C0AD-8ACE-4F6D-E2AF-6C7E02AF054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t-EE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67303CA-3ADD-7E6D-0D14-D0FDD311BD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5046666"/>
            <a:ext cx="10515600" cy="369332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E245364C-4B93-3729-4E6B-677159E53818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829918" y="5471974"/>
            <a:ext cx="10523882" cy="3416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02E750D-F7AB-AB3A-CDC4-C0C420A8D2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4172100"/>
            <a:ext cx="10515600" cy="757130"/>
          </a:xfrm>
          <a:prstGeom prst="rect">
            <a:avLst/>
          </a:prstGeom>
        </p:spPr>
        <p:txBody>
          <a:bodyPr anchor="t" anchorCtr="0">
            <a:sp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 err="1"/>
              <a:t>Põhi-pealkiri</a:t>
            </a:r>
            <a:r>
              <a:rPr lang="en-US" dirty="0"/>
              <a:t>: Calibri 48</a:t>
            </a:r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23826735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295675ED-93F5-4F08-1A6E-59BDE02194E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253" y="0"/>
            <a:ext cx="12189493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670969A-507F-D519-6A27-07B32086F68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632712" y="683491"/>
            <a:ext cx="5092851" cy="470898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algn="l">
              <a:defRPr sz="3400">
                <a:solidFill>
                  <a:schemeClr val="accent1"/>
                </a:solidFill>
              </a:defRPr>
            </a:lvl1pPr>
          </a:lstStyle>
          <a:p>
            <a:r>
              <a:rPr lang="en-US" dirty="0" err="1"/>
              <a:t>Pealkiri</a:t>
            </a:r>
            <a:r>
              <a:rPr lang="en-US" dirty="0"/>
              <a:t>: Calibri 30-44</a:t>
            </a:r>
            <a:endParaRPr lang="et-E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7FD6CE-01B6-D7EE-EA13-0626A1FC0ED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633890" y="1767252"/>
            <a:ext cx="5092849" cy="4201501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>
              <a:buClr>
                <a:schemeClr val="accent1"/>
              </a:buClr>
              <a:buFont typeface="Arial" panose="020B0604020202020204" pitchFamily="34" charset="0"/>
              <a:buChar char="•"/>
              <a:defRPr sz="2400" b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err="1"/>
              <a:t>Sisuteksti</a:t>
            </a:r>
            <a:r>
              <a:rPr lang="en-US" dirty="0"/>
              <a:t> font - “Calibri” </a:t>
            </a:r>
            <a:r>
              <a:rPr lang="en-US" dirty="0" err="1"/>
              <a:t>või</a:t>
            </a:r>
            <a:r>
              <a:rPr lang="en-US" dirty="0"/>
              <a:t> “Calibri light”. </a:t>
            </a:r>
            <a:r>
              <a:rPr lang="en-US" dirty="0" err="1"/>
              <a:t>Suurus</a:t>
            </a:r>
            <a:r>
              <a:rPr lang="en-US" dirty="0"/>
              <a:t> </a:t>
            </a:r>
            <a:r>
              <a:rPr lang="en-US" dirty="0" err="1"/>
              <a:t>võiks</a:t>
            </a:r>
            <a:r>
              <a:rPr lang="en-US" dirty="0"/>
              <a:t> olla </a:t>
            </a:r>
            <a:r>
              <a:rPr lang="en-US" dirty="0" err="1"/>
              <a:t>vahemikus</a:t>
            </a:r>
            <a:r>
              <a:rPr lang="en-US" dirty="0"/>
              <a:t> 16-36 ja </a:t>
            </a:r>
            <a:r>
              <a:rPr lang="en-US" dirty="0" err="1"/>
              <a:t>suuremate</a:t>
            </a:r>
            <a:r>
              <a:rPr lang="en-US" dirty="0"/>
              <a:t> </a:t>
            </a:r>
            <a:r>
              <a:rPr lang="en-US" dirty="0" err="1"/>
              <a:t>suuruste</a:t>
            </a:r>
            <a:r>
              <a:rPr lang="en-US" dirty="0"/>
              <a:t> 24-36 </a:t>
            </a:r>
            <a:r>
              <a:rPr lang="en-US" dirty="0" err="1"/>
              <a:t>puhul</a:t>
            </a:r>
            <a:r>
              <a:rPr lang="en-US" dirty="0"/>
              <a:t> </a:t>
            </a:r>
            <a:r>
              <a:rPr lang="en-US" dirty="0" err="1"/>
              <a:t>soovituslik</a:t>
            </a:r>
            <a:r>
              <a:rPr lang="en-US" dirty="0"/>
              <a:t> “Calibri Light”. </a:t>
            </a:r>
            <a:r>
              <a:rPr lang="en-US" dirty="0" err="1"/>
              <a:t>Sisutekst</a:t>
            </a:r>
            <a:r>
              <a:rPr lang="en-US" dirty="0"/>
              <a:t> peaks </a:t>
            </a:r>
            <a:r>
              <a:rPr lang="en-US" dirty="0" err="1"/>
              <a:t>olema</a:t>
            </a:r>
            <a:r>
              <a:rPr lang="en-US" dirty="0"/>
              <a:t> </a:t>
            </a:r>
            <a:r>
              <a:rPr lang="en-US" dirty="0" err="1"/>
              <a:t>väiksem</a:t>
            </a:r>
            <a:r>
              <a:rPr lang="en-US" dirty="0"/>
              <a:t> </a:t>
            </a:r>
            <a:r>
              <a:rPr lang="en-US" dirty="0" err="1"/>
              <a:t>kui</a:t>
            </a:r>
            <a:r>
              <a:rPr lang="en-US" dirty="0"/>
              <a:t> </a:t>
            </a:r>
            <a:r>
              <a:rPr lang="en-US" dirty="0" err="1"/>
              <a:t>pealkirja</a:t>
            </a:r>
            <a:r>
              <a:rPr lang="en-US" dirty="0"/>
              <a:t> </a:t>
            </a:r>
            <a:r>
              <a:rPr lang="en-US" dirty="0" err="1"/>
              <a:t>tekst</a:t>
            </a:r>
            <a:r>
              <a:rPr lang="en-US" dirty="0"/>
              <a:t>.</a:t>
            </a:r>
            <a:endParaRPr lang="et-EE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667A92-D071-5CD9-18D7-3F6920C37F75}"/>
              </a:ext>
            </a:extLst>
          </p:cNvPr>
          <p:cNvSpPr txBox="1"/>
          <p:nvPr userDrawn="1"/>
        </p:nvSpPr>
        <p:spPr>
          <a:xfrm>
            <a:off x="10943511" y="6441954"/>
            <a:ext cx="7820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95171491-BEEF-4032-8F91-1E80A83C92CC}" type="slidenum">
              <a:rPr lang="et-EE" sz="1000" smtClean="0"/>
              <a:t>‹#›</a:t>
            </a:fld>
            <a:endParaRPr lang="et-EE" sz="1000" dirty="0"/>
          </a:p>
        </p:txBody>
      </p:sp>
    </p:spTree>
    <p:extLst>
      <p:ext uri="{BB962C8B-B14F-4D97-AF65-F5344CB8AC3E}">
        <p14:creationId xmlns:p14="http://schemas.microsoft.com/office/powerpoint/2010/main" val="33556551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umn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night sky&#10;&#10;Description automatically generated">
            <a:extLst>
              <a:ext uri="{FF2B5EF4-FFF2-40B4-BE49-F238E27FC236}">
                <a16:creationId xmlns:a16="http://schemas.microsoft.com/office/drawing/2014/main" id="{02D5F413-52C4-C085-9AF7-8DBFC0951C0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F5DD61-1504-95D4-88D8-AD49910282E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55782" y="1825625"/>
            <a:ext cx="5364018" cy="4351338"/>
          </a:xfrm>
          <a:prstGeom prst="rect">
            <a:avLst/>
          </a:prstGeo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b="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2"/>
                </a:solidFill>
              </a:defRPr>
            </a:lvl2pPr>
            <a:lvl3pPr>
              <a:defRPr sz="1800">
                <a:solidFill>
                  <a:schemeClr val="tx2"/>
                </a:solidFill>
              </a:defRPr>
            </a:lvl3pPr>
            <a:lvl4pPr>
              <a:defRPr sz="1800">
                <a:solidFill>
                  <a:schemeClr val="tx2"/>
                </a:solidFill>
              </a:defRPr>
            </a:lvl4pPr>
            <a:lvl5pPr>
              <a:defRPr sz="1800">
                <a:solidFill>
                  <a:schemeClr val="tx2"/>
                </a:solidFill>
              </a:defRPr>
            </a:lvl5pPr>
          </a:lstStyle>
          <a:p>
            <a:r>
              <a:rPr lang="en-US" dirty="0" err="1"/>
              <a:t>Sisuteksti</a:t>
            </a:r>
            <a:r>
              <a:rPr lang="en-US" dirty="0"/>
              <a:t> font - “Calibri” </a:t>
            </a:r>
            <a:r>
              <a:rPr lang="en-US" dirty="0" err="1"/>
              <a:t>või</a:t>
            </a:r>
            <a:r>
              <a:rPr lang="en-US" dirty="0"/>
              <a:t> “Calibri light”. </a:t>
            </a:r>
            <a:r>
              <a:rPr lang="en-US" dirty="0" err="1"/>
              <a:t>Suurus</a:t>
            </a:r>
            <a:r>
              <a:rPr lang="en-US" dirty="0"/>
              <a:t> </a:t>
            </a:r>
            <a:r>
              <a:rPr lang="en-US" dirty="0" err="1"/>
              <a:t>võiks</a:t>
            </a:r>
            <a:r>
              <a:rPr lang="en-US" dirty="0"/>
              <a:t> olla </a:t>
            </a:r>
            <a:r>
              <a:rPr lang="en-US" dirty="0" err="1"/>
              <a:t>vahemikus</a:t>
            </a:r>
            <a:r>
              <a:rPr lang="en-US" dirty="0"/>
              <a:t> 16-36 ja </a:t>
            </a:r>
            <a:r>
              <a:rPr lang="en-US" dirty="0" err="1"/>
              <a:t>suuremate</a:t>
            </a:r>
            <a:r>
              <a:rPr lang="en-US" dirty="0"/>
              <a:t> </a:t>
            </a:r>
            <a:r>
              <a:rPr lang="en-US" dirty="0" err="1"/>
              <a:t>suuruste</a:t>
            </a:r>
            <a:r>
              <a:rPr lang="en-US" dirty="0"/>
              <a:t> 24-36 </a:t>
            </a:r>
            <a:r>
              <a:rPr lang="en-US" dirty="0" err="1"/>
              <a:t>puhul</a:t>
            </a:r>
            <a:r>
              <a:rPr lang="en-US" dirty="0"/>
              <a:t> </a:t>
            </a:r>
            <a:r>
              <a:rPr lang="en-US" dirty="0" err="1"/>
              <a:t>soovituslik</a:t>
            </a:r>
            <a:r>
              <a:rPr lang="en-US" dirty="0"/>
              <a:t> “Calibri Light”. </a:t>
            </a:r>
            <a:r>
              <a:rPr lang="en-US" dirty="0" err="1"/>
              <a:t>Sisutekst</a:t>
            </a:r>
            <a:r>
              <a:rPr lang="en-US" dirty="0"/>
              <a:t> peaks </a:t>
            </a:r>
            <a:r>
              <a:rPr lang="en-US" dirty="0" err="1"/>
              <a:t>olema</a:t>
            </a:r>
            <a:r>
              <a:rPr lang="en-US" dirty="0"/>
              <a:t> </a:t>
            </a:r>
            <a:r>
              <a:rPr lang="en-US" dirty="0" err="1"/>
              <a:t>väiksem</a:t>
            </a:r>
            <a:r>
              <a:rPr lang="en-US" dirty="0"/>
              <a:t> </a:t>
            </a:r>
            <a:r>
              <a:rPr lang="en-US" dirty="0" err="1"/>
              <a:t>kui</a:t>
            </a:r>
            <a:r>
              <a:rPr lang="en-US" dirty="0"/>
              <a:t> </a:t>
            </a:r>
            <a:r>
              <a:rPr lang="en-US" dirty="0" err="1"/>
              <a:t>pealkirja</a:t>
            </a:r>
            <a:r>
              <a:rPr lang="en-US" dirty="0"/>
              <a:t> </a:t>
            </a:r>
            <a:r>
              <a:rPr lang="en-US" dirty="0" err="1"/>
              <a:t>tekst</a:t>
            </a:r>
            <a:r>
              <a:rPr lang="en-US" dirty="0"/>
              <a:t>.</a:t>
            </a:r>
            <a:endParaRPr lang="et-EE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42F3F5-00B1-2050-F3E9-ED5696D0A35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b="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2"/>
                </a:solidFill>
              </a:defRPr>
            </a:lvl2pPr>
            <a:lvl3pPr>
              <a:defRPr sz="2000">
                <a:solidFill>
                  <a:schemeClr val="tx2"/>
                </a:solidFill>
              </a:defRPr>
            </a:lvl3pPr>
            <a:lvl4pPr>
              <a:defRPr sz="1800">
                <a:solidFill>
                  <a:schemeClr val="tx2"/>
                </a:solidFill>
              </a:defRPr>
            </a:lvl4pPr>
            <a:lvl5pPr>
              <a:defRPr sz="1800">
                <a:solidFill>
                  <a:schemeClr val="tx2"/>
                </a:solidFill>
              </a:defRPr>
            </a:lvl5pPr>
          </a:lstStyle>
          <a:p>
            <a:r>
              <a:rPr lang="en-US" dirty="0" err="1"/>
              <a:t>Sisuteksti</a:t>
            </a:r>
            <a:r>
              <a:rPr lang="en-US" dirty="0"/>
              <a:t> font - “Calibri” </a:t>
            </a:r>
            <a:r>
              <a:rPr lang="en-US" dirty="0" err="1"/>
              <a:t>või</a:t>
            </a:r>
            <a:r>
              <a:rPr lang="en-US" dirty="0"/>
              <a:t> “Calibri light”. </a:t>
            </a:r>
            <a:r>
              <a:rPr lang="en-US" dirty="0" err="1"/>
              <a:t>Suurus</a:t>
            </a:r>
            <a:r>
              <a:rPr lang="en-US" dirty="0"/>
              <a:t> </a:t>
            </a:r>
            <a:r>
              <a:rPr lang="en-US" dirty="0" err="1"/>
              <a:t>võiks</a:t>
            </a:r>
            <a:r>
              <a:rPr lang="en-US" dirty="0"/>
              <a:t> olla </a:t>
            </a:r>
            <a:r>
              <a:rPr lang="en-US" dirty="0" err="1"/>
              <a:t>vahemikus</a:t>
            </a:r>
            <a:r>
              <a:rPr lang="en-US" dirty="0"/>
              <a:t> 16-36 ja </a:t>
            </a:r>
            <a:r>
              <a:rPr lang="en-US" dirty="0" err="1"/>
              <a:t>suuremate</a:t>
            </a:r>
            <a:r>
              <a:rPr lang="en-US" dirty="0"/>
              <a:t> </a:t>
            </a:r>
            <a:r>
              <a:rPr lang="en-US" dirty="0" err="1"/>
              <a:t>suuruste</a:t>
            </a:r>
            <a:r>
              <a:rPr lang="en-US" dirty="0"/>
              <a:t> 24-36 </a:t>
            </a:r>
            <a:r>
              <a:rPr lang="en-US" dirty="0" err="1"/>
              <a:t>puhul</a:t>
            </a:r>
            <a:r>
              <a:rPr lang="en-US" dirty="0"/>
              <a:t> </a:t>
            </a:r>
            <a:r>
              <a:rPr lang="en-US" dirty="0" err="1"/>
              <a:t>soovituslik</a:t>
            </a:r>
            <a:r>
              <a:rPr lang="en-US" dirty="0"/>
              <a:t> “Calibri Light”. </a:t>
            </a:r>
            <a:r>
              <a:rPr lang="en-US" dirty="0" err="1"/>
              <a:t>Sisutekst</a:t>
            </a:r>
            <a:r>
              <a:rPr lang="en-US" dirty="0"/>
              <a:t> peaks </a:t>
            </a:r>
            <a:r>
              <a:rPr lang="en-US" dirty="0" err="1"/>
              <a:t>olema</a:t>
            </a:r>
            <a:r>
              <a:rPr lang="en-US" dirty="0"/>
              <a:t> </a:t>
            </a:r>
            <a:r>
              <a:rPr lang="en-US" dirty="0" err="1"/>
              <a:t>väiksem</a:t>
            </a:r>
            <a:r>
              <a:rPr lang="en-US" dirty="0"/>
              <a:t> </a:t>
            </a:r>
            <a:r>
              <a:rPr lang="en-US" dirty="0" err="1"/>
              <a:t>kui</a:t>
            </a:r>
            <a:r>
              <a:rPr lang="en-US" dirty="0"/>
              <a:t> </a:t>
            </a:r>
            <a:r>
              <a:rPr lang="en-US" dirty="0" err="1"/>
              <a:t>pealkirja</a:t>
            </a:r>
            <a:r>
              <a:rPr lang="en-US" dirty="0"/>
              <a:t> </a:t>
            </a:r>
            <a:r>
              <a:rPr lang="en-US" dirty="0" err="1"/>
              <a:t>tekst</a:t>
            </a:r>
            <a:r>
              <a:rPr lang="en-US" dirty="0"/>
              <a:t>.</a:t>
            </a:r>
            <a:endParaRPr lang="et-EE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EFB1AA9E-474F-9586-BC22-7DAFEEB04D3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5721" y="6336472"/>
            <a:ext cx="1143000" cy="409575"/>
          </a:xfrm>
          <a:prstGeom prst="rect">
            <a:avLst/>
          </a:prstGeom>
        </p:spPr>
      </p:pic>
      <p:sp>
        <p:nvSpPr>
          <p:cNvPr id="6" name="Title 7">
            <a:extLst>
              <a:ext uri="{FF2B5EF4-FFF2-40B4-BE49-F238E27FC236}">
                <a16:creationId xmlns:a16="http://schemas.microsoft.com/office/drawing/2014/main" id="{A7CAD419-1F4F-0547-EB7B-AEAEBF2663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5782" y="365125"/>
            <a:ext cx="10698018" cy="1325563"/>
          </a:xfrm>
          <a:prstGeom prst="rect">
            <a:avLst/>
          </a:prstGeom>
        </p:spPr>
        <p:txBody>
          <a:bodyPr anchor="t"/>
          <a:lstStyle>
            <a:lvl1pPr>
              <a:defRPr sz="3400" b="1">
                <a:solidFill>
                  <a:schemeClr val="tx1"/>
                </a:solidFill>
              </a:defRPr>
            </a:lvl1pPr>
          </a:lstStyle>
          <a:p>
            <a:r>
              <a:rPr lang="en-US" dirty="0" err="1"/>
              <a:t>Pealkiri</a:t>
            </a:r>
            <a:r>
              <a:rPr lang="en-US" dirty="0"/>
              <a:t>: Calibri 30-44</a:t>
            </a:r>
            <a:endParaRPr lang="et-EE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2E4F9B-A631-C887-452A-F8F9ECED4131}"/>
              </a:ext>
            </a:extLst>
          </p:cNvPr>
          <p:cNvSpPr txBox="1"/>
          <p:nvPr userDrawn="1"/>
        </p:nvSpPr>
        <p:spPr>
          <a:xfrm>
            <a:off x="10943511" y="6441954"/>
            <a:ext cx="7820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95171491-BEEF-4032-8F91-1E80A83C92CC}" type="slidenum">
              <a:rPr lang="et-EE" sz="1000" smtClean="0"/>
              <a:t>‹#›</a:t>
            </a:fld>
            <a:endParaRPr lang="et-EE" sz="1000" dirty="0"/>
          </a:p>
        </p:txBody>
      </p:sp>
    </p:spTree>
    <p:extLst>
      <p:ext uri="{BB962C8B-B14F-4D97-AF65-F5344CB8AC3E}">
        <p14:creationId xmlns:p14="http://schemas.microsoft.com/office/powerpoint/2010/main" val="4327461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2772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_column+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night sky&#10;&#10;Description automatically generated">
            <a:extLst>
              <a:ext uri="{FF2B5EF4-FFF2-40B4-BE49-F238E27FC236}">
                <a16:creationId xmlns:a16="http://schemas.microsoft.com/office/drawing/2014/main" id="{02D5F413-52C4-C085-9AF7-8DBFC0951C0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7" name="Graphic 76">
            <a:extLst>
              <a:ext uri="{FF2B5EF4-FFF2-40B4-BE49-F238E27FC236}">
                <a16:creationId xmlns:a16="http://schemas.microsoft.com/office/drawing/2014/main" id="{4A8F41FA-7389-939A-5D13-B0D8452D782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5721" y="6336472"/>
            <a:ext cx="1143000" cy="409575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F5DD61-1504-95D4-88D8-AD49910282E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55782" y="1825625"/>
            <a:ext cx="5364018" cy="4351338"/>
          </a:xfrm>
          <a:prstGeom prst="rect">
            <a:avLst/>
          </a:prstGeo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b="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2"/>
                </a:solidFill>
              </a:defRPr>
            </a:lvl2pPr>
            <a:lvl3pPr>
              <a:defRPr sz="2000">
                <a:solidFill>
                  <a:schemeClr val="tx2"/>
                </a:solidFill>
              </a:defRPr>
            </a:lvl3pPr>
            <a:lvl4pPr>
              <a:defRPr sz="1800">
                <a:solidFill>
                  <a:schemeClr val="tx2"/>
                </a:solidFill>
              </a:defRPr>
            </a:lvl4pPr>
            <a:lvl5pPr>
              <a:defRPr sz="1800">
                <a:solidFill>
                  <a:schemeClr val="tx2"/>
                </a:solidFill>
              </a:defRPr>
            </a:lvl5pPr>
          </a:lstStyle>
          <a:p>
            <a:r>
              <a:rPr lang="en-US" dirty="0" err="1"/>
              <a:t>Sisuteksti</a:t>
            </a:r>
            <a:r>
              <a:rPr lang="en-US" dirty="0"/>
              <a:t> font - “Calibri” </a:t>
            </a:r>
            <a:r>
              <a:rPr lang="en-US" dirty="0" err="1"/>
              <a:t>või</a:t>
            </a:r>
            <a:r>
              <a:rPr lang="en-US" dirty="0"/>
              <a:t> “Calibri light”. </a:t>
            </a:r>
            <a:r>
              <a:rPr lang="en-US" dirty="0" err="1"/>
              <a:t>Suurus</a:t>
            </a:r>
            <a:r>
              <a:rPr lang="en-US" dirty="0"/>
              <a:t> </a:t>
            </a:r>
            <a:r>
              <a:rPr lang="en-US" dirty="0" err="1"/>
              <a:t>võiks</a:t>
            </a:r>
            <a:r>
              <a:rPr lang="en-US" dirty="0"/>
              <a:t> olla </a:t>
            </a:r>
            <a:r>
              <a:rPr lang="en-US" dirty="0" err="1"/>
              <a:t>vahemikus</a:t>
            </a:r>
            <a:r>
              <a:rPr lang="en-US" dirty="0"/>
              <a:t> 16-36 ja </a:t>
            </a:r>
            <a:r>
              <a:rPr lang="en-US" dirty="0" err="1"/>
              <a:t>suuremate</a:t>
            </a:r>
            <a:r>
              <a:rPr lang="en-US" dirty="0"/>
              <a:t> </a:t>
            </a:r>
            <a:r>
              <a:rPr lang="en-US" dirty="0" err="1"/>
              <a:t>suuruste</a:t>
            </a:r>
            <a:r>
              <a:rPr lang="en-US" dirty="0"/>
              <a:t> 24-36 </a:t>
            </a:r>
            <a:r>
              <a:rPr lang="en-US" dirty="0" err="1"/>
              <a:t>puhul</a:t>
            </a:r>
            <a:r>
              <a:rPr lang="en-US" dirty="0"/>
              <a:t> </a:t>
            </a:r>
            <a:r>
              <a:rPr lang="en-US" dirty="0" err="1"/>
              <a:t>soovituslik</a:t>
            </a:r>
            <a:r>
              <a:rPr lang="en-US" dirty="0"/>
              <a:t> “Calibri Light”. </a:t>
            </a:r>
            <a:r>
              <a:rPr lang="en-US" dirty="0" err="1"/>
              <a:t>Sisutekst</a:t>
            </a:r>
            <a:r>
              <a:rPr lang="en-US" dirty="0"/>
              <a:t> peaks </a:t>
            </a:r>
            <a:r>
              <a:rPr lang="en-US" dirty="0" err="1"/>
              <a:t>olema</a:t>
            </a:r>
            <a:r>
              <a:rPr lang="en-US" dirty="0"/>
              <a:t> </a:t>
            </a:r>
            <a:r>
              <a:rPr lang="en-US" dirty="0" err="1"/>
              <a:t>väiksem</a:t>
            </a:r>
            <a:r>
              <a:rPr lang="en-US" dirty="0"/>
              <a:t> </a:t>
            </a:r>
            <a:r>
              <a:rPr lang="en-US" dirty="0" err="1"/>
              <a:t>kui</a:t>
            </a:r>
            <a:r>
              <a:rPr lang="en-US" dirty="0"/>
              <a:t> </a:t>
            </a:r>
            <a:r>
              <a:rPr lang="en-US" dirty="0" err="1"/>
              <a:t>pealkirja</a:t>
            </a:r>
            <a:r>
              <a:rPr lang="en-US" dirty="0"/>
              <a:t> </a:t>
            </a:r>
            <a:r>
              <a:rPr lang="en-US" dirty="0" err="1"/>
              <a:t>tekst</a:t>
            </a:r>
            <a:r>
              <a:rPr lang="en-US" dirty="0"/>
              <a:t>.</a:t>
            </a:r>
            <a:endParaRPr lang="et-EE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3A478A47-4B62-2EC3-32B3-F7FF17A0420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172199" y="1825625"/>
            <a:ext cx="5181599" cy="4351338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icon to add picture</a:t>
            </a:r>
            <a:endParaRPr lang="et-EE" dirty="0"/>
          </a:p>
        </p:txBody>
      </p:sp>
      <p:sp>
        <p:nvSpPr>
          <p:cNvPr id="11" name="Title 7">
            <a:extLst>
              <a:ext uri="{FF2B5EF4-FFF2-40B4-BE49-F238E27FC236}">
                <a16:creationId xmlns:a16="http://schemas.microsoft.com/office/drawing/2014/main" id="{2CDA5E3D-D86E-8B54-2053-EC080ADBE7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5782" y="365125"/>
            <a:ext cx="10698018" cy="1325563"/>
          </a:xfrm>
          <a:prstGeom prst="rect">
            <a:avLst/>
          </a:prstGeom>
        </p:spPr>
        <p:txBody>
          <a:bodyPr anchor="t"/>
          <a:lstStyle>
            <a:lvl1pPr>
              <a:defRPr sz="3400" b="1">
                <a:solidFill>
                  <a:schemeClr val="tx1"/>
                </a:solidFill>
              </a:defRPr>
            </a:lvl1pPr>
          </a:lstStyle>
          <a:p>
            <a:r>
              <a:rPr lang="en-US" dirty="0" err="1"/>
              <a:t>Pealkiri</a:t>
            </a:r>
            <a:r>
              <a:rPr lang="en-US" dirty="0"/>
              <a:t>: Calibri 30-44</a:t>
            </a:r>
            <a:endParaRPr lang="et-EE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FA8CA80-B080-13B3-DBB2-F48DE856F0A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72200" y="6335713"/>
            <a:ext cx="5181600" cy="323850"/>
          </a:xfrm>
          <a:prstGeom prst="rect">
            <a:avLst/>
          </a:prstGeom>
        </p:spPr>
        <p:txBody>
          <a:bodyPr/>
          <a:lstStyle>
            <a:lvl1pPr>
              <a:defRPr sz="1200" b="0" i="1">
                <a:solidFill>
                  <a:schemeClr val="tx1"/>
                </a:solidFill>
              </a:defRPr>
            </a:lvl1pPr>
            <a:lvl2pPr>
              <a:defRPr sz="1000" i="1">
                <a:solidFill>
                  <a:schemeClr val="tx1"/>
                </a:solidFill>
              </a:defRPr>
            </a:lvl2pPr>
            <a:lvl3pPr>
              <a:defRPr sz="1000" i="1">
                <a:solidFill>
                  <a:schemeClr val="tx1"/>
                </a:solidFill>
              </a:defRPr>
            </a:lvl3pPr>
            <a:lvl4pPr>
              <a:defRPr sz="1000" i="1">
                <a:solidFill>
                  <a:schemeClr val="tx1"/>
                </a:solidFill>
              </a:defRPr>
            </a:lvl4pPr>
            <a:lvl5pPr>
              <a:defRPr sz="1000" i="1">
                <a:solidFill>
                  <a:schemeClr val="tx1"/>
                </a:solidFill>
              </a:defRPr>
            </a:lvl5pPr>
          </a:lstStyle>
          <a:p>
            <a:pPr lvl="0"/>
            <a:r>
              <a:rPr lang="it-IT" dirty="0"/>
              <a:t>Pildi viide– “Calibri italic” või “Calibri light italic”. 10-13 pt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6EB7420-3439-A165-D94D-7109348CAFAA}"/>
              </a:ext>
            </a:extLst>
          </p:cNvPr>
          <p:cNvSpPr txBox="1"/>
          <p:nvPr userDrawn="1"/>
        </p:nvSpPr>
        <p:spPr>
          <a:xfrm>
            <a:off x="10943511" y="6441954"/>
            <a:ext cx="7820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95171491-BEEF-4032-8F91-1E80A83C92CC}" type="slidenum">
              <a:rPr lang="et-EE" sz="1000" smtClean="0"/>
              <a:t>‹#›</a:t>
            </a:fld>
            <a:endParaRPr lang="et-EE" sz="1000" dirty="0"/>
          </a:p>
        </p:txBody>
      </p:sp>
    </p:spTree>
    <p:extLst>
      <p:ext uri="{BB962C8B-B14F-4D97-AF65-F5344CB8AC3E}">
        <p14:creationId xmlns:p14="http://schemas.microsoft.com/office/powerpoint/2010/main" val="3681904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2772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_column+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night sky&#10;&#10;Description automatically generated">
            <a:extLst>
              <a:ext uri="{FF2B5EF4-FFF2-40B4-BE49-F238E27FC236}">
                <a16:creationId xmlns:a16="http://schemas.microsoft.com/office/drawing/2014/main" id="{02D5F413-52C4-C085-9AF7-8DBFC0951C0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7" name="Graphic 76">
            <a:extLst>
              <a:ext uri="{FF2B5EF4-FFF2-40B4-BE49-F238E27FC236}">
                <a16:creationId xmlns:a16="http://schemas.microsoft.com/office/drawing/2014/main" id="{4A8F41FA-7389-939A-5D13-B0D8452D782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5721" y="6336472"/>
            <a:ext cx="1143000" cy="409575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F5DD61-1504-95D4-88D8-AD49910282E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55782" y="1825625"/>
            <a:ext cx="5364018" cy="4351338"/>
          </a:xfrm>
          <a:prstGeom prst="rect">
            <a:avLst/>
          </a:prstGeo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b="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2"/>
                </a:solidFill>
              </a:defRPr>
            </a:lvl2pPr>
            <a:lvl3pPr>
              <a:defRPr sz="2000">
                <a:solidFill>
                  <a:schemeClr val="tx2"/>
                </a:solidFill>
              </a:defRPr>
            </a:lvl3pPr>
            <a:lvl4pPr>
              <a:defRPr sz="1800">
                <a:solidFill>
                  <a:schemeClr val="tx2"/>
                </a:solidFill>
              </a:defRPr>
            </a:lvl4pPr>
            <a:lvl5pPr>
              <a:defRPr sz="1800">
                <a:solidFill>
                  <a:schemeClr val="tx2"/>
                </a:solidFill>
              </a:defRPr>
            </a:lvl5pPr>
          </a:lstStyle>
          <a:p>
            <a:r>
              <a:rPr lang="en-US" dirty="0" err="1"/>
              <a:t>Sisuteksti</a:t>
            </a:r>
            <a:r>
              <a:rPr lang="en-US" dirty="0"/>
              <a:t> font - “Calibri” </a:t>
            </a:r>
            <a:r>
              <a:rPr lang="en-US" dirty="0" err="1"/>
              <a:t>või</a:t>
            </a:r>
            <a:r>
              <a:rPr lang="en-US" dirty="0"/>
              <a:t> “Calibri light”. </a:t>
            </a:r>
            <a:r>
              <a:rPr lang="en-US" dirty="0" err="1"/>
              <a:t>Suurus</a:t>
            </a:r>
            <a:r>
              <a:rPr lang="en-US" dirty="0"/>
              <a:t> </a:t>
            </a:r>
            <a:r>
              <a:rPr lang="en-US" dirty="0" err="1"/>
              <a:t>võiks</a:t>
            </a:r>
            <a:r>
              <a:rPr lang="en-US" dirty="0"/>
              <a:t> olla </a:t>
            </a:r>
            <a:r>
              <a:rPr lang="en-US" dirty="0" err="1"/>
              <a:t>vahemikus</a:t>
            </a:r>
            <a:r>
              <a:rPr lang="en-US" dirty="0"/>
              <a:t> 16-36 ja </a:t>
            </a:r>
            <a:r>
              <a:rPr lang="en-US" dirty="0" err="1"/>
              <a:t>suuremate</a:t>
            </a:r>
            <a:r>
              <a:rPr lang="en-US" dirty="0"/>
              <a:t> </a:t>
            </a:r>
            <a:r>
              <a:rPr lang="en-US" dirty="0" err="1"/>
              <a:t>suuruste</a:t>
            </a:r>
            <a:r>
              <a:rPr lang="en-US" dirty="0"/>
              <a:t> 24-36 </a:t>
            </a:r>
            <a:r>
              <a:rPr lang="en-US" dirty="0" err="1"/>
              <a:t>puhul</a:t>
            </a:r>
            <a:r>
              <a:rPr lang="en-US" dirty="0"/>
              <a:t> </a:t>
            </a:r>
            <a:r>
              <a:rPr lang="en-US" dirty="0" err="1"/>
              <a:t>soovituslik</a:t>
            </a:r>
            <a:r>
              <a:rPr lang="en-US" dirty="0"/>
              <a:t> “Calibri Light”. </a:t>
            </a:r>
            <a:r>
              <a:rPr lang="en-US" dirty="0" err="1"/>
              <a:t>Sisutekst</a:t>
            </a:r>
            <a:r>
              <a:rPr lang="en-US" dirty="0"/>
              <a:t> peaks </a:t>
            </a:r>
            <a:r>
              <a:rPr lang="en-US" dirty="0" err="1"/>
              <a:t>olema</a:t>
            </a:r>
            <a:r>
              <a:rPr lang="en-US" dirty="0"/>
              <a:t> </a:t>
            </a:r>
            <a:r>
              <a:rPr lang="en-US" dirty="0" err="1"/>
              <a:t>väiksem</a:t>
            </a:r>
            <a:r>
              <a:rPr lang="en-US" dirty="0"/>
              <a:t> </a:t>
            </a:r>
            <a:r>
              <a:rPr lang="en-US" dirty="0" err="1"/>
              <a:t>kui</a:t>
            </a:r>
            <a:r>
              <a:rPr lang="en-US" dirty="0"/>
              <a:t> </a:t>
            </a:r>
            <a:r>
              <a:rPr lang="en-US" dirty="0" err="1"/>
              <a:t>pealkirja</a:t>
            </a:r>
            <a:r>
              <a:rPr lang="en-US" dirty="0"/>
              <a:t> </a:t>
            </a:r>
            <a:r>
              <a:rPr lang="en-US" dirty="0" err="1"/>
              <a:t>tekst</a:t>
            </a:r>
            <a:r>
              <a:rPr lang="en-US" dirty="0"/>
              <a:t>.</a:t>
            </a:r>
            <a:endParaRPr lang="et-EE" dirty="0"/>
          </a:p>
        </p:txBody>
      </p:sp>
      <p:sp>
        <p:nvSpPr>
          <p:cNvPr id="11" name="Title 7">
            <a:extLst>
              <a:ext uri="{FF2B5EF4-FFF2-40B4-BE49-F238E27FC236}">
                <a16:creationId xmlns:a16="http://schemas.microsoft.com/office/drawing/2014/main" id="{2CDA5E3D-D86E-8B54-2053-EC080ADBE7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5782" y="365125"/>
            <a:ext cx="10698018" cy="1325563"/>
          </a:xfrm>
          <a:prstGeom prst="rect">
            <a:avLst/>
          </a:prstGeom>
        </p:spPr>
        <p:txBody>
          <a:bodyPr anchor="t"/>
          <a:lstStyle>
            <a:lvl1pPr>
              <a:defRPr sz="3400" b="1">
                <a:solidFill>
                  <a:schemeClr val="tx1"/>
                </a:solidFill>
              </a:defRPr>
            </a:lvl1pPr>
          </a:lstStyle>
          <a:p>
            <a:r>
              <a:rPr lang="en-US" dirty="0" err="1"/>
              <a:t>Pealkiri</a:t>
            </a:r>
            <a:r>
              <a:rPr lang="en-US" dirty="0"/>
              <a:t>: Calibri 30-44</a:t>
            </a:r>
            <a:endParaRPr lang="et-EE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9310FB0-7DF8-8E4C-C284-4D5A805E14B0}"/>
              </a:ext>
            </a:extLst>
          </p:cNvPr>
          <p:cNvSpPr txBox="1"/>
          <p:nvPr userDrawn="1"/>
        </p:nvSpPr>
        <p:spPr>
          <a:xfrm>
            <a:off x="10943511" y="6441954"/>
            <a:ext cx="7820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95171491-BEEF-4032-8F91-1E80A83C92CC}" type="slidenum">
              <a:rPr lang="et-EE" sz="1000" smtClean="0"/>
              <a:t>‹#›</a:t>
            </a:fld>
            <a:endParaRPr lang="et-EE" sz="1000" dirty="0"/>
          </a:p>
        </p:txBody>
      </p:sp>
    </p:spTree>
    <p:extLst>
      <p:ext uri="{BB962C8B-B14F-4D97-AF65-F5344CB8AC3E}">
        <p14:creationId xmlns:p14="http://schemas.microsoft.com/office/powerpoint/2010/main" val="31884180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2772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textbox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night sky&#10;&#10;Description automatically generated">
            <a:extLst>
              <a:ext uri="{FF2B5EF4-FFF2-40B4-BE49-F238E27FC236}">
                <a16:creationId xmlns:a16="http://schemas.microsoft.com/office/drawing/2014/main" id="{02D5F413-52C4-C085-9AF7-8DBFC0951C0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7" name="Graphic 76">
            <a:extLst>
              <a:ext uri="{FF2B5EF4-FFF2-40B4-BE49-F238E27FC236}">
                <a16:creationId xmlns:a16="http://schemas.microsoft.com/office/drawing/2014/main" id="{4A8F41FA-7389-939A-5D13-B0D8452D782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5721" y="6336472"/>
            <a:ext cx="1143000" cy="409575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F5DD61-1504-95D4-88D8-AD49910282E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55782" y="1825625"/>
            <a:ext cx="10698018" cy="4351338"/>
          </a:xfrm>
          <a:prstGeom prst="rect">
            <a:avLst/>
          </a:prstGeom>
        </p:spPr>
        <p:txBody>
          <a:bodyPr/>
          <a:lstStyle>
            <a:lvl1pPr marL="457200" indent="-457200">
              <a:buFont typeface="Arial" panose="020B0604020202020204" pitchFamily="34" charset="0"/>
              <a:buChar char="•"/>
              <a:defRPr sz="2800" b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defRPr sz="2000">
                <a:solidFill>
                  <a:schemeClr val="tx2"/>
                </a:solidFill>
              </a:defRPr>
            </a:lvl2pPr>
            <a:lvl3pPr>
              <a:defRPr sz="2000">
                <a:solidFill>
                  <a:schemeClr val="tx2"/>
                </a:solidFill>
              </a:defRPr>
            </a:lvl3pPr>
            <a:lvl4pPr>
              <a:defRPr sz="1800">
                <a:solidFill>
                  <a:schemeClr val="tx2"/>
                </a:solidFill>
              </a:defRPr>
            </a:lvl4pPr>
            <a:lvl5pPr>
              <a:defRPr sz="1800">
                <a:solidFill>
                  <a:schemeClr val="tx2"/>
                </a:solidFill>
              </a:defRPr>
            </a:lvl5pPr>
          </a:lstStyle>
          <a:p>
            <a:r>
              <a:rPr lang="en-US" dirty="0" err="1"/>
              <a:t>Sisuteksti</a:t>
            </a:r>
            <a:r>
              <a:rPr lang="en-US" dirty="0"/>
              <a:t> font - “Calibri” </a:t>
            </a:r>
            <a:r>
              <a:rPr lang="en-US" dirty="0" err="1"/>
              <a:t>või</a:t>
            </a:r>
            <a:r>
              <a:rPr lang="en-US" dirty="0"/>
              <a:t> “Calibri light”. </a:t>
            </a:r>
            <a:r>
              <a:rPr lang="en-US" dirty="0" err="1"/>
              <a:t>Suurus</a:t>
            </a:r>
            <a:r>
              <a:rPr lang="en-US" dirty="0"/>
              <a:t> </a:t>
            </a:r>
            <a:r>
              <a:rPr lang="en-US" dirty="0" err="1"/>
              <a:t>võiks</a:t>
            </a:r>
            <a:r>
              <a:rPr lang="en-US" dirty="0"/>
              <a:t> olla </a:t>
            </a:r>
            <a:r>
              <a:rPr lang="en-US" dirty="0" err="1"/>
              <a:t>vahemikus</a:t>
            </a:r>
            <a:r>
              <a:rPr lang="en-US" dirty="0"/>
              <a:t> 16-36 ja </a:t>
            </a:r>
            <a:r>
              <a:rPr lang="en-US" dirty="0" err="1"/>
              <a:t>suuremate</a:t>
            </a:r>
            <a:r>
              <a:rPr lang="en-US" dirty="0"/>
              <a:t> </a:t>
            </a:r>
            <a:r>
              <a:rPr lang="en-US" dirty="0" err="1"/>
              <a:t>suuruste</a:t>
            </a:r>
            <a:r>
              <a:rPr lang="en-US" dirty="0"/>
              <a:t> 24-36 </a:t>
            </a:r>
            <a:r>
              <a:rPr lang="en-US" dirty="0" err="1"/>
              <a:t>puhul</a:t>
            </a:r>
            <a:r>
              <a:rPr lang="en-US" dirty="0"/>
              <a:t> </a:t>
            </a:r>
            <a:r>
              <a:rPr lang="en-US" dirty="0" err="1"/>
              <a:t>soovituslik</a:t>
            </a:r>
            <a:r>
              <a:rPr lang="en-US" dirty="0"/>
              <a:t> “Calibri Light”. </a:t>
            </a:r>
            <a:r>
              <a:rPr lang="en-US" dirty="0" err="1"/>
              <a:t>Sisutekst</a:t>
            </a:r>
            <a:r>
              <a:rPr lang="en-US" dirty="0"/>
              <a:t> peaks </a:t>
            </a:r>
            <a:r>
              <a:rPr lang="en-US" dirty="0" err="1"/>
              <a:t>olema</a:t>
            </a:r>
            <a:r>
              <a:rPr lang="en-US" dirty="0"/>
              <a:t> </a:t>
            </a:r>
            <a:r>
              <a:rPr lang="en-US" dirty="0" err="1"/>
              <a:t>väiksem</a:t>
            </a:r>
            <a:r>
              <a:rPr lang="en-US" dirty="0"/>
              <a:t> </a:t>
            </a:r>
            <a:r>
              <a:rPr lang="en-US" dirty="0" err="1"/>
              <a:t>kui</a:t>
            </a:r>
            <a:r>
              <a:rPr lang="en-US" dirty="0"/>
              <a:t> </a:t>
            </a:r>
            <a:r>
              <a:rPr lang="en-US" dirty="0" err="1"/>
              <a:t>pealkirja</a:t>
            </a:r>
            <a:r>
              <a:rPr lang="en-US" dirty="0"/>
              <a:t> </a:t>
            </a:r>
            <a:r>
              <a:rPr lang="en-US" dirty="0" err="1"/>
              <a:t>tekst</a:t>
            </a:r>
            <a:r>
              <a:rPr lang="en-US" dirty="0"/>
              <a:t>.</a:t>
            </a:r>
            <a:endParaRPr lang="et-EE" dirty="0"/>
          </a:p>
        </p:txBody>
      </p:sp>
      <p:sp>
        <p:nvSpPr>
          <p:cNvPr id="11" name="Title 7">
            <a:extLst>
              <a:ext uri="{FF2B5EF4-FFF2-40B4-BE49-F238E27FC236}">
                <a16:creationId xmlns:a16="http://schemas.microsoft.com/office/drawing/2014/main" id="{2CDA5E3D-D86E-8B54-2053-EC080ADBE7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5782" y="365125"/>
            <a:ext cx="10698018" cy="1325563"/>
          </a:xfrm>
          <a:prstGeom prst="rect">
            <a:avLst/>
          </a:prstGeom>
        </p:spPr>
        <p:txBody>
          <a:bodyPr anchor="t"/>
          <a:lstStyle>
            <a:lvl1pPr>
              <a:defRPr sz="3400" b="1">
                <a:solidFill>
                  <a:schemeClr val="tx1"/>
                </a:solidFill>
              </a:defRPr>
            </a:lvl1pPr>
          </a:lstStyle>
          <a:p>
            <a:r>
              <a:rPr lang="en-US" dirty="0" err="1"/>
              <a:t>Pealkiri</a:t>
            </a:r>
            <a:r>
              <a:rPr lang="en-US" dirty="0"/>
              <a:t>: Calibri 30-44</a:t>
            </a:r>
            <a:endParaRPr lang="et-EE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036E4EF-9FD2-7735-1722-6899D8127ACF}"/>
              </a:ext>
            </a:extLst>
          </p:cNvPr>
          <p:cNvSpPr txBox="1"/>
          <p:nvPr userDrawn="1"/>
        </p:nvSpPr>
        <p:spPr>
          <a:xfrm>
            <a:off x="10943511" y="6441954"/>
            <a:ext cx="7820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95171491-BEEF-4032-8F91-1E80A83C92CC}" type="slidenum">
              <a:rPr lang="et-EE" sz="1000" smtClean="0"/>
              <a:t>‹#›</a:t>
            </a:fld>
            <a:endParaRPr lang="et-EE" sz="1000" dirty="0"/>
          </a:p>
        </p:txBody>
      </p:sp>
    </p:spTree>
    <p:extLst>
      <p:ext uri="{BB962C8B-B14F-4D97-AF65-F5344CB8AC3E}">
        <p14:creationId xmlns:p14="http://schemas.microsoft.com/office/powerpoint/2010/main" val="39757868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2772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text-on-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36AB6E5-6483-8D04-20DD-CD342AF10EA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682240" y="0"/>
            <a:ext cx="9509760" cy="6858000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1B8DF08D-0892-A83E-D60E-65F5CC43E1D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5721" y="6336472"/>
            <a:ext cx="1143000" cy="409575"/>
          </a:xfrm>
          <a:prstGeom prst="rect">
            <a:avLst/>
          </a:prstGeom>
        </p:spPr>
      </p:pic>
      <p:sp>
        <p:nvSpPr>
          <p:cNvPr id="2" name="Subtitle 2">
            <a:extLst>
              <a:ext uri="{FF2B5EF4-FFF2-40B4-BE49-F238E27FC236}">
                <a16:creationId xmlns:a16="http://schemas.microsoft.com/office/drawing/2014/main" id="{386820EE-E8A8-49A5-C13D-430E1401970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8200" y="1767252"/>
            <a:ext cx="5905500" cy="4201501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>
              <a:buClr>
                <a:schemeClr val="accent1"/>
              </a:buClr>
              <a:buFont typeface="Arial" panose="020B0604020202020204" pitchFamily="34" charset="0"/>
              <a:buChar char="•"/>
              <a:defRPr sz="20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err="1"/>
              <a:t>Sisuteksti</a:t>
            </a:r>
            <a:r>
              <a:rPr lang="en-US" dirty="0"/>
              <a:t> font - “Calibri” </a:t>
            </a:r>
            <a:r>
              <a:rPr lang="en-US" dirty="0" err="1"/>
              <a:t>või</a:t>
            </a:r>
            <a:r>
              <a:rPr lang="en-US" dirty="0"/>
              <a:t> “Calibri light”. </a:t>
            </a:r>
            <a:r>
              <a:rPr lang="en-US" dirty="0" err="1"/>
              <a:t>Suurus</a:t>
            </a:r>
            <a:r>
              <a:rPr lang="en-US" dirty="0"/>
              <a:t> </a:t>
            </a:r>
            <a:r>
              <a:rPr lang="en-US" dirty="0" err="1"/>
              <a:t>võiks</a:t>
            </a:r>
            <a:r>
              <a:rPr lang="en-US" dirty="0"/>
              <a:t> olla </a:t>
            </a:r>
            <a:r>
              <a:rPr lang="en-US" dirty="0" err="1"/>
              <a:t>vahemikus</a:t>
            </a:r>
            <a:r>
              <a:rPr lang="en-US" dirty="0"/>
              <a:t> 16-36 ja </a:t>
            </a:r>
            <a:r>
              <a:rPr lang="en-US" dirty="0" err="1"/>
              <a:t>suuremate</a:t>
            </a:r>
            <a:r>
              <a:rPr lang="en-US" dirty="0"/>
              <a:t> </a:t>
            </a:r>
            <a:r>
              <a:rPr lang="en-US" dirty="0" err="1"/>
              <a:t>suuruste</a:t>
            </a:r>
            <a:r>
              <a:rPr lang="en-US" dirty="0"/>
              <a:t> 24-36 </a:t>
            </a:r>
            <a:r>
              <a:rPr lang="en-US" dirty="0" err="1"/>
              <a:t>puhul</a:t>
            </a:r>
            <a:r>
              <a:rPr lang="en-US" dirty="0"/>
              <a:t> </a:t>
            </a:r>
            <a:r>
              <a:rPr lang="en-US" dirty="0" err="1"/>
              <a:t>soovituslik</a:t>
            </a:r>
            <a:r>
              <a:rPr lang="en-US" dirty="0"/>
              <a:t> “Calibri Light”. </a:t>
            </a:r>
            <a:r>
              <a:rPr lang="en-US" dirty="0" err="1"/>
              <a:t>Sisutekst</a:t>
            </a:r>
            <a:r>
              <a:rPr lang="en-US" dirty="0"/>
              <a:t> peaks </a:t>
            </a:r>
            <a:r>
              <a:rPr lang="en-US" dirty="0" err="1"/>
              <a:t>olema</a:t>
            </a:r>
            <a:r>
              <a:rPr lang="en-US" dirty="0"/>
              <a:t> </a:t>
            </a:r>
            <a:r>
              <a:rPr lang="en-US" dirty="0" err="1"/>
              <a:t>väiksem</a:t>
            </a:r>
            <a:r>
              <a:rPr lang="en-US" dirty="0"/>
              <a:t> </a:t>
            </a:r>
            <a:r>
              <a:rPr lang="en-US" dirty="0" err="1"/>
              <a:t>kui</a:t>
            </a:r>
            <a:r>
              <a:rPr lang="en-US" dirty="0"/>
              <a:t> </a:t>
            </a:r>
            <a:r>
              <a:rPr lang="en-US" dirty="0" err="1"/>
              <a:t>pealkirja</a:t>
            </a:r>
            <a:r>
              <a:rPr lang="en-US" dirty="0"/>
              <a:t> </a:t>
            </a:r>
            <a:r>
              <a:rPr lang="en-US" dirty="0" err="1"/>
              <a:t>tekst</a:t>
            </a:r>
            <a:r>
              <a:rPr lang="en-US" dirty="0"/>
              <a:t>.</a:t>
            </a:r>
            <a:endParaRPr lang="et-EE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CDBD78A-DE19-2186-122E-268969E6A9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612030"/>
            <a:ext cx="10509250" cy="687881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4300" b="1">
                <a:solidFill>
                  <a:schemeClr val="accent1"/>
                </a:solidFill>
              </a:defRPr>
            </a:lvl1pPr>
          </a:lstStyle>
          <a:p>
            <a:r>
              <a:rPr lang="en-US" dirty="0" err="1"/>
              <a:t>Pealkiri</a:t>
            </a:r>
            <a:r>
              <a:rPr lang="en-US" dirty="0"/>
              <a:t>: Calibri 30-44</a:t>
            </a:r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28358750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text-on-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F2ED430-87BE-FAC7-6866-207C22442F6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372600" cy="6858000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0BF780F6-D4BA-7DCB-A5CC-EE4806BF013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5721" y="6336472"/>
            <a:ext cx="1143000" cy="409575"/>
          </a:xfrm>
          <a:prstGeom prst="rect">
            <a:avLst/>
          </a:prstGeom>
        </p:spPr>
      </p:pic>
      <p:sp>
        <p:nvSpPr>
          <p:cNvPr id="4" name="Subtitle 2">
            <a:extLst>
              <a:ext uri="{FF2B5EF4-FFF2-40B4-BE49-F238E27FC236}">
                <a16:creationId xmlns:a16="http://schemas.microsoft.com/office/drawing/2014/main" id="{049C67D7-7752-BD97-2871-260540982EF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697641" y="1730488"/>
            <a:ext cx="5649809" cy="4201501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>
              <a:buClr>
                <a:schemeClr val="accent1"/>
              </a:buClr>
              <a:buFont typeface="Arial" panose="020B0604020202020204" pitchFamily="34" charset="0"/>
              <a:buChar char="•"/>
              <a:defRPr sz="20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err="1"/>
              <a:t>Sisuteksti</a:t>
            </a:r>
            <a:r>
              <a:rPr lang="en-US" dirty="0"/>
              <a:t> font - “Calibri” </a:t>
            </a:r>
            <a:r>
              <a:rPr lang="en-US" dirty="0" err="1"/>
              <a:t>või</a:t>
            </a:r>
            <a:r>
              <a:rPr lang="en-US" dirty="0"/>
              <a:t> “Calibri light”. </a:t>
            </a:r>
            <a:r>
              <a:rPr lang="en-US" dirty="0" err="1"/>
              <a:t>Suurus</a:t>
            </a:r>
            <a:r>
              <a:rPr lang="en-US" dirty="0"/>
              <a:t> </a:t>
            </a:r>
            <a:r>
              <a:rPr lang="en-US" dirty="0" err="1"/>
              <a:t>võiks</a:t>
            </a:r>
            <a:r>
              <a:rPr lang="en-US" dirty="0"/>
              <a:t> olla </a:t>
            </a:r>
            <a:r>
              <a:rPr lang="en-US" dirty="0" err="1"/>
              <a:t>vahemikus</a:t>
            </a:r>
            <a:r>
              <a:rPr lang="en-US" dirty="0"/>
              <a:t> 16-36 ja </a:t>
            </a:r>
            <a:r>
              <a:rPr lang="en-US" dirty="0" err="1"/>
              <a:t>suuremate</a:t>
            </a:r>
            <a:r>
              <a:rPr lang="en-US" dirty="0"/>
              <a:t> </a:t>
            </a:r>
            <a:r>
              <a:rPr lang="en-US" dirty="0" err="1"/>
              <a:t>suuruste</a:t>
            </a:r>
            <a:r>
              <a:rPr lang="en-US" dirty="0"/>
              <a:t> 24-36 </a:t>
            </a:r>
            <a:r>
              <a:rPr lang="en-US" dirty="0" err="1"/>
              <a:t>puhul</a:t>
            </a:r>
            <a:r>
              <a:rPr lang="en-US" dirty="0"/>
              <a:t> </a:t>
            </a:r>
            <a:r>
              <a:rPr lang="en-US" dirty="0" err="1"/>
              <a:t>soovituslik</a:t>
            </a:r>
            <a:r>
              <a:rPr lang="en-US" dirty="0"/>
              <a:t> “Calibri Light”. </a:t>
            </a:r>
            <a:r>
              <a:rPr lang="en-US" dirty="0" err="1"/>
              <a:t>Sisutekst</a:t>
            </a:r>
            <a:r>
              <a:rPr lang="en-US" dirty="0"/>
              <a:t> peaks </a:t>
            </a:r>
            <a:r>
              <a:rPr lang="en-US" dirty="0" err="1"/>
              <a:t>olema</a:t>
            </a:r>
            <a:r>
              <a:rPr lang="en-US" dirty="0"/>
              <a:t> </a:t>
            </a:r>
            <a:r>
              <a:rPr lang="en-US" dirty="0" err="1"/>
              <a:t>väiksem</a:t>
            </a:r>
            <a:r>
              <a:rPr lang="en-US" dirty="0"/>
              <a:t> </a:t>
            </a:r>
            <a:r>
              <a:rPr lang="en-US" dirty="0" err="1"/>
              <a:t>kui</a:t>
            </a:r>
            <a:r>
              <a:rPr lang="en-US" dirty="0"/>
              <a:t> </a:t>
            </a:r>
            <a:r>
              <a:rPr lang="en-US" dirty="0" err="1"/>
              <a:t>pealkirja</a:t>
            </a:r>
            <a:r>
              <a:rPr lang="en-US" dirty="0"/>
              <a:t> </a:t>
            </a:r>
            <a:r>
              <a:rPr lang="en-US" dirty="0" err="1"/>
              <a:t>tekst</a:t>
            </a:r>
            <a:r>
              <a:rPr lang="en-US" dirty="0"/>
              <a:t>.</a:t>
            </a:r>
            <a:endParaRPr lang="et-EE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0A19316-7433-3663-9FB3-C546D6DE6F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612030"/>
            <a:ext cx="10509250" cy="687881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4300" b="1">
                <a:solidFill>
                  <a:schemeClr val="accent1"/>
                </a:solidFill>
              </a:defRPr>
            </a:lvl1pPr>
          </a:lstStyle>
          <a:p>
            <a:r>
              <a:rPr lang="en-US" dirty="0" err="1"/>
              <a:t>Pealkiri</a:t>
            </a:r>
            <a:r>
              <a:rPr lang="en-US" dirty="0"/>
              <a:t>: Calibri 30-44</a:t>
            </a:r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38259906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text-on-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3BFAD01-2823-82B9-F4E0-CBA5FFE440D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B1A137F0-6F31-2DFF-5212-992575BAB7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612030"/>
            <a:ext cx="10509250" cy="687881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4300" b="1">
                <a:solidFill>
                  <a:schemeClr val="accent1"/>
                </a:solidFill>
              </a:defRPr>
            </a:lvl1pPr>
          </a:lstStyle>
          <a:p>
            <a:r>
              <a:rPr lang="en-US" dirty="0" err="1"/>
              <a:t>Pealkiri</a:t>
            </a:r>
            <a:r>
              <a:rPr lang="en-US" dirty="0"/>
              <a:t>: Calibri 30-44</a:t>
            </a:r>
            <a:endParaRPr lang="et-EE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6386ACA0-7695-36E1-7552-3AF971CD406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5721" y="6336472"/>
            <a:ext cx="1143000" cy="409575"/>
          </a:xfrm>
          <a:prstGeom prst="rect">
            <a:avLst/>
          </a:prstGeom>
        </p:spPr>
      </p:pic>
      <p:sp>
        <p:nvSpPr>
          <p:cNvPr id="4" name="Subtitle 2">
            <a:extLst>
              <a:ext uri="{FF2B5EF4-FFF2-40B4-BE49-F238E27FC236}">
                <a16:creationId xmlns:a16="http://schemas.microsoft.com/office/drawing/2014/main" id="{4DDF3696-551A-7EC2-4489-43BAFEC4A3D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8200" y="1767252"/>
            <a:ext cx="5803900" cy="4201501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>
              <a:buClr>
                <a:schemeClr val="accent1"/>
              </a:buClr>
              <a:buFont typeface="Arial" panose="020B0604020202020204" pitchFamily="34" charset="0"/>
              <a:buChar char="•"/>
              <a:defRPr sz="20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err="1"/>
              <a:t>Sisuteksti</a:t>
            </a:r>
            <a:r>
              <a:rPr lang="en-US" dirty="0"/>
              <a:t> font - “Calibri” </a:t>
            </a:r>
            <a:r>
              <a:rPr lang="en-US" dirty="0" err="1"/>
              <a:t>või</a:t>
            </a:r>
            <a:r>
              <a:rPr lang="en-US" dirty="0"/>
              <a:t> “Calibri light”. </a:t>
            </a:r>
            <a:r>
              <a:rPr lang="en-US" dirty="0" err="1"/>
              <a:t>Suurus</a:t>
            </a:r>
            <a:r>
              <a:rPr lang="en-US" dirty="0"/>
              <a:t> </a:t>
            </a:r>
            <a:r>
              <a:rPr lang="en-US" dirty="0" err="1"/>
              <a:t>võiks</a:t>
            </a:r>
            <a:r>
              <a:rPr lang="en-US" dirty="0"/>
              <a:t> olla </a:t>
            </a:r>
            <a:r>
              <a:rPr lang="en-US" dirty="0" err="1"/>
              <a:t>vahemikus</a:t>
            </a:r>
            <a:r>
              <a:rPr lang="en-US" dirty="0"/>
              <a:t> 16-36 ja </a:t>
            </a:r>
            <a:r>
              <a:rPr lang="en-US" dirty="0" err="1"/>
              <a:t>suuremate</a:t>
            </a:r>
            <a:r>
              <a:rPr lang="en-US" dirty="0"/>
              <a:t> </a:t>
            </a:r>
            <a:r>
              <a:rPr lang="en-US" dirty="0" err="1"/>
              <a:t>suuruste</a:t>
            </a:r>
            <a:r>
              <a:rPr lang="en-US" dirty="0"/>
              <a:t> 24-36 </a:t>
            </a:r>
            <a:r>
              <a:rPr lang="en-US" dirty="0" err="1"/>
              <a:t>puhul</a:t>
            </a:r>
            <a:r>
              <a:rPr lang="en-US" dirty="0"/>
              <a:t> </a:t>
            </a:r>
            <a:r>
              <a:rPr lang="en-US" dirty="0" err="1"/>
              <a:t>soovituslik</a:t>
            </a:r>
            <a:r>
              <a:rPr lang="en-US" dirty="0"/>
              <a:t> “Calibri Light”. </a:t>
            </a:r>
            <a:r>
              <a:rPr lang="en-US" dirty="0" err="1"/>
              <a:t>Sisutekst</a:t>
            </a:r>
            <a:r>
              <a:rPr lang="en-US" dirty="0"/>
              <a:t> peaks </a:t>
            </a:r>
            <a:r>
              <a:rPr lang="en-US" dirty="0" err="1"/>
              <a:t>olema</a:t>
            </a:r>
            <a:r>
              <a:rPr lang="en-US" dirty="0"/>
              <a:t> </a:t>
            </a:r>
            <a:r>
              <a:rPr lang="en-US" dirty="0" err="1"/>
              <a:t>väiksem</a:t>
            </a:r>
            <a:r>
              <a:rPr lang="en-US" dirty="0"/>
              <a:t> </a:t>
            </a:r>
            <a:r>
              <a:rPr lang="en-US" dirty="0" err="1"/>
              <a:t>kui</a:t>
            </a:r>
            <a:r>
              <a:rPr lang="en-US" dirty="0"/>
              <a:t> </a:t>
            </a:r>
            <a:r>
              <a:rPr lang="en-US" dirty="0" err="1"/>
              <a:t>pealkirja</a:t>
            </a:r>
            <a:r>
              <a:rPr lang="en-US" dirty="0"/>
              <a:t> </a:t>
            </a:r>
            <a:r>
              <a:rPr lang="en-US" dirty="0" err="1"/>
              <a:t>tekst</a:t>
            </a:r>
            <a:r>
              <a:rPr lang="en-US" dirty="0"/>
              <a:t>.</a:t>
            </a:r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30928226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-text-on-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CB42324-725D-2EB8-2C66-01ECAA6A299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451860" y="0"/>
            <a:ext cx="8740140" cy="68580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B1A137F0-6F31-2DFF-5212-992575BAB7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612030"/>
            <a:ext cx="10509250" cy="687881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4300" b="1">
                <a:solidFill>
                  <a:schemeClr val="accent1"/>
                </a:solidFill>
              </a:defRPr>
            </a:lvl1pPr>
          </a:lstStyle>
          <a:p>
            <a:r>
              <a:rPr lang="en-US" dirty="0" err="1"/>
              <a:t>Pealkiri</a:t>
            </a:r>
            <a:r>
              <a:rPr lang="en-US" dirty="0"/>
              <a:t>: Calibri 30-44</a:t>
            </a:r>
            <a:endParaRPr lang="et-EE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6386ACA0-7695-36E1-7552-3AF971CD406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5721" y="6336472"/>
            <a:ext cx="1143000" cy="409575"/>
          </a:xfrm>
          <a:prstGeom prst="rect">
            <a:avLst/>
          </a:prstGeom>
        </p:spPr>
      </p:pic>
      <p:sp>
        <p:nvSpPr>
          <p:cNvPr id="4" name="Subtitle 2">
            <a:extLst>
              <a:ext uri="{FF2B5EF4-FFF2-40B4-BE49-F238E27FC236}">
                <a16:creationId xmlns:a16="http://schemas.microsoft.com/office/drawing/2014/main" id="{4DDF3696-551A-7EC2-4489-43BAFEC4A3D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8200" y="1767252"/>
            <a:ext cx="5803900" cy="4201501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>
              <a:buClr>
                <a:schemeClr val="accent1"/>
              </a:buClr>
              <a:buFont typeface="Arial" panose="020B0604020202020204" pitchFamily="34" charset="0"/>
              <a:buChar char="•"/>
              <a:defRPr sz="20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err="1"/>
              <a:t>Sisuteksti</a:t>
            </a:r>
            <a:r>
              <a:rPr lang="en-US" dirty="0"/>
              <a:t> font - “Calibri” </a:t>
            </a:r>
            <a:r>
              <a:rPr lang="en-US" dirty="0" err="1"/>
              <a:t>või</a:t>
            </a:r>
            <a:r>
              <a:rPr lang="en-US" dirty="0"/>
              <a:t> “Calibri light”. </a:t>
            </a:r>
            <a:r>
              <a:rPr lang="en-US" dirty="0" err="1"/>
              <a:t>Suurus</a:t>
            </a:r>
            <a:r>
              <a:rPr lang="en-US" dirty="0"/>
              <a:t> </a:t>
            </a:r>
            <a:r>
              <a:rPr lang="en-US" dirty="0" err="1"/>
              <a:t>võiks</a:t>
            </a:r>
            <a:r>
              <a:rPr lang="en-US" dirty="0"/>
              <a:t> olla </a:t>
            </a:r>
            <a:r>
              <a:rPr lang="en-US" dirty="0" err="1"/>
              <a:t>vahemikus</a:t>
            </a:r>
            <a:r>
              <a:rPr lang="en-US" dirty="0"/>
              <a:t> 16-36 ja </a:t>
            </a:r>
            <a:r>
              <a:rPr lang="en-US" dirty="0" err="1"/>
              <a:t>suuremate</a:t>
            </a:r>
            <a:r>
              <a:rPr lang="en-US" dirty="0"/>
              <a:t> </a:t>
            </a:r>
            <a:r>
              <a:rPr lang="en-US" dirty="0" err="1"/>
              <a:t>suuruste</a:t>
            </a:r>
            <a:r>
              <a:rPr lang="en-US" dirty="0"/>
              <a:t> 24-36 </a:t>
            </a:r>
            <a:r>
              <a:rPr lang="en-US" dirty="0" err="1"/>
              <a:t>puhul</a:t>
            </a:r>
            <a:r>
              <a:rPr lang="en-US" dirty="0"/>
              <a:t> </a:t>
            </a:r>
            <a:r>
              <a:rPr lang="en-US" dirty="0" err="1"/>
              <a:t>soovituslik</a:t>
            </a:r>
            <a:r>
              <a:rPr lang="en-US" dirty="0"/>
              <a:t> “Calibri Light”. </a:t>
            </a:r>
            <a:r>
              <a:rPr lang="en-US" dirty="0" err="1"/>
              <a:t>Sisutekst</a:t>
            </a:r>
            <a:r>
              <a:rPr lang="en-US" dirty="0"/>
              <a:t> peaks </a:t>
            </a:r>
            <a:r>
              <a:rPr lang="en-US" dirty="0" err="1"/>
              <a:t>olema</a:t>
            </a:r>
            <a:r>
              <a:rPr lang="en-US" dirty="0"/>
              <a:t> </a:t>
            </a:r>
            <a:r>
              <a:rPr lang="en-US" dirty="0" err="1"/>
              <a:t>väiksem</a:t>
            </a:r>
            <a:r>
              <a:rPr lang="en-US" dirty="0"/>
              <a:t> </a:t>
            </a:r>
            <a:r>
              <a:rPr lang="en-US" dirty="0" err="1"/>
              <a:t>kui</a:t>
            </a:r>
            <a:r>
              <a:rPr lang="en-US" dirty="0"/>
              <a:t> </a:t>
            </a:r>
            <a:r>
              <a:rPr lang="en-US" dirty="0" err="1"/>
              <a:t>pealkirja</a:t>
            </a:r>
            <a:r>
              <a:rPr lang="en-US" dirty="0"/>
              <a:t> </a:t>
            </a:r>
            <a:r>
              <a:rPr lang="en-US" dirty="0" err="1"/>
              <a:t>tekst</a:t>
            </a:r>
            <a:r>
              <a:rPr lang="en-US" dirty="0"/>
              <a:t>.</a:t>
            </a:r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22448683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text-on-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F92FF81-03D6-589E-D4DF-3EE5CEAD747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6386ACA0-7695-36E1-7552-3AF971CD406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5721" y="6336472"/>
            <a:ext cx="1143000" cy="409575"/>
          </a:xfrm>
          <a:prstGeom prst="rect">
            <a:avLst/>
          </a:prstGeom>
        </p:spPr>
      </p:pic>
      <p:sp>
        <p:nvSpPr>
          <p:cNvPr id="2" name="Subtitle 2">
            <a:extLst>
              <a:ext uri="{FF2B5EF4-FFF2-40B4-BE49-F238E27FC236}">
                <a16:creationId xmlns:a16="http://schemas.microsoft.com/office/drawing/2014/main" id="{0986B6CD-EC6E-2659-75E6-E36B68C2C95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8200" y="1767252"/>
            <a:ext cx="5524500" cy="4201501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>
              <a:buClr>
                <a:schemeClr val="accent1"/>
              </a:buClr>
              <a:buFont typeface="Arial" panose="020B0604020202020204" pitchFamily="34" charset="0"/>
              <a:buChar char="•"/>
              <a:defRPr sz="20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err="1"/>
              <a:t>Sisuteksti</a:t>
            </a:r>
            <a:r>
              <a:rPr lang="en-US" dirty="0"/>
              <a:t> font - “Calibri” </a:t>
            </a:r>
            <a:r>
              <a:rPr lang="en-US" dirty="0" err="1"/>
              <a:t>või</a:t>
            </a:r>
            <a:r>
              <a:rPr lang="en-US" dirty="0"/>
              <a:t> “Calibri light”. </a:t>
            </a:r>
            <a:r>
              <a:rPr lang="en-US" dirty="0" err="1"/>
              <a:t>Suurus</a:t>
            </a:r>
            <a:r>
              <a:rPr lang="en-US" dirty="0"/>
              <a:t> </a:t>
            </a:r>
            <a:r>
              <a:rPr lang="en-US" dirty="0" err="1"/>
              <a:t>võiks</a:t>
            </a:r>
            <a:r>
              <a:rPr lang="en-US" dirty="0"/>
              <a:t> olla </a:t>
            </a:r>
            <a:r>
              <a:rPr lang="en-US" dirty="0" err="1"/>
              <a:t>vahemikus</a:t>
            </a:r>
            <a:r>
              <a:rPr lang="en-US" dirty="0"/>
              <a:t> 16-36 ja </a:t>
            </a:r>
            <a:r>
              <a:rPr lang="en-US" dirty="0" err="1"/>
              <a:t>suuremate</a:t>
            </a:r>
            <a:r>
              <a:rPr lang="en-US" dirty="0"/>
              <a:t> </a:t>
            </a:r>
            <a:r>
              <a:rPr lang="en-US" dirty="0" err="1"/>
              <a:t>suuruste</a:t>
            </a:r>
            <a:r>
              <a:rPr lang="en-US" dirty="0"/>
              <a:t> 24-36 </a:t>
            </a:r>
            <a:r>
              <a:rPr lang="en-US" dirty="0" err="1"/>
              <a:t>puhul</a:t>
            </a:r>
            <a:r>
              <a:rPr lang="en-US" dirty="0"/>
              <a:t> </a:t>
            </a:r>
            <a:r>
              <a:rPr lang="en-US" dirty="0" err="1"/>
              <a:t>soovituslik</a:t>
            </a:r>
            <a:r>
              <a:rPr lang="en-US" dirty="0"/>
              <a:t> “Calibri Light”. </a:t>
            </a:r>
            <a:r>
              <a:rPr lang="en-US" dirty="0" err="1"/>
              <a:t>Sisutekst</a:t>
            </a:r>
            <a:r>
              <a:rPr lang="en-US" dirty="0"/>
              <a:t> peaks </a:t>
            </a:r>
            <a:r>
              <a:rPr lang="en-US" dirty="0" err="1"/>
              <a:t>olema</a:t>
            </a:r>
            <a:r>
              <a:rPr lang="en-US" dirty="0"/>
              <a:t> </a:t>
            </a:r>
            <a:r>
              <a:rPr lang="en-US" dirty="0" err="1"/>
              <a:t>väiksem</a:t>
            </a:r>
            <a:r>
              <a:rPr lang="en-US" dirty="0"/>
              <a:t> </a:t>
            </a:r>
            <a:r>
              <a:rPr lang="en-US" dirty="0" err="1"/>
              <a:t>kui</a:t>
            </a:r>
            <a:r>
              <a:rPr lang="en-US" dirty="0"/>
              <a:t> </a:t>
            </a:r>
            <a:r>
              <a:rPr lang="en-US" dirty="0" err="1"/>
              <a:t>pealkirja</a:t>
            </a:r>
            <a:r>
              <a:rPr lang="en-US" dirty="0"/>
              <a:t> </a:t>
            </a:r>
            <a:r>
              <a:rPr lang="en-US" dirty="0" err="1"/>
              <a:t>tekst</a:t>
            </a:r>
            <a:r>
              <a:rPr lang="en-US" dirty="0"/>
              <a:t>.</a:t>
            </a:r>
            <a:endParaRPr lang="et-EE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078D0A6-FDE3-D246-27F2-9F5F9F9E56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612030"/>
            <a:ext cx="10509250" cy="687881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4300" b="1">
                <a:solidFill>
                  <a:schemeClr val="accent1"/>
                </a:solidFill>
              </a:defRPr>
            </a:lvl1pPr>
          </a:lstStyle>
          <a:p>
            <a:r>
              <a:rPr lang="en-US" dirty="0" err="1"/>
              <a:t>Pealkiri</a:t>
            </a:r>
            <a:r>
              <a:rPr lang="en-US" dirty="0"/>
              <a:t>: Calibri 30-44</a:t>
            </a:r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32632380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6_contacts_white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night sky&#10;&#10;Description automatically generated">
            <a:extLst>
              <a:ext uri="{FF2B5EF4-FFF2-40B4-BE49-F238E27FC236}">
                <a16:creationId xmlns:a16="http://schemas.microsoft.com/office/drawing/2014/main" id="{02D5F413-52C4-C085-9AF7-8DBFC0951C0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B4C2C05D-F7B0-3F4A-C55A-DBFFE0759B0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65721" y="2862470"/>
            <a:ext cx="1332157" cy="1332158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t-EE" dirty="0"/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140F2358-E719-4D8C-ECFC-CB3BBBA048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8921" y="5056100"/>
            <a:ext cx="2098642" cy="55801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Tx/>
              <a:buNone/>
              <a:defRPr sz="1600" b="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 sz="1500">
                <a:solidFill>
                  <a:schemeClr val="tx1"/>
                </a:solidFill>
              </a:defRPr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1" name="Text Placeholder 60">
            <a:extLst>
              <a:ext uri="{FF2B5EF4-FFF2-40B4-BE49-F238E27FC236}">
                <a16:creationId xmlns:a16="http://schemas.microsoft.com/office/drawing/2014/main" id="{7E6DCDA9-930E-D7E6-7714-C885E262D864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48921" y="4402543"/>
            <a:ext cx="2439888" cy="49614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Tx/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Master text </a:t>
            </a:r>
            <a:r>
              <a:rPr lang="en-US" dirty="0" err="1"/>
              <a:t>styleslevel</a:t>
            </a:r>
            <a:endParaRPr lang="en-US" dirty="0"/>
          </a:p>
        </p:txBody>
      </p:sp>
      <p:pic>
        <p:nvPicPr>
          <p:cNvPr id="77" name="Graphic 76">
            <a:extLst>
              <a:ext uri="{FF2B5EF4-FFF2-40B4-BE49-F238E27FC236}">
                <a16:creationId xmlns:a16="http://schemas.microsoft.com/office/drawing/2014/main" id="{4A8F41FA-7389-939A-5D13-B0D8452D782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5721" y="6336472"/>
            <a:ext cx="1143000" cy="409575"/>
          </a:xfrm>
          <a:prstGeom prst="rect">
            <a:avLst/>
          </a:prstGeom>
        </p:spPr>
      </p:pic>
      <p:sp>
        <p:nvSpPr>
          <p:cNvPr id="78" name="Picture Placeholder 8">
            <a:extLst>
              <a:ext uri="{FF2B5EF4-FFF2-40B4-BE49-F238E27FC236}">
                <a16:creationId xmlns:a16="http://schemas.microsoft.com/office/drawing/2014/main" id="{0ABC76DC-5869-49CD-D6B5-B6337F6FFF7A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3776757" y="2862470"/>
            <a:ext cx="1332157" cy="1332158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t-EE" dirty="0"/>
          </a:p>
        </p:txBody>
      </p:sp>
      <p:sp>
        <p:nvSpPr>
          <p:cNvPr id="80" name="Text Placeholder 33">
            <a:extLst>
              <a:ext uri="{FF2B5EF4-FFF2-40B4-BE49-F238E27FC236}">
                <a16:creationId xmlns:a16="http://schemas.microsoft.com/office/drawing/2014/main" id="{B56A3713-6C26-EA28-6980-1929BBE3C34A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3659957" y="5074400"/>
            <a:ext cx="2098642" cy="55801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Tx/>
              <a:buNone/>
              <a:defRPr sz="1600" b="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 sz="1500">
                <a:solidFill>
                  <a:schemeClr val="tx1"/>
                </a:solidFill>
              </a:defRPr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1" name="Text Placeholder 60">
            <a:extLst>
              <a:ext uri="{FF2B5EF4-FFF2-40B4-BE49-F238E27FC236}">
                <a16:creationId xmlns:a16="http://schemas.microsoft.com/office/drawing/2014/main" id="{8AA2532C-50EF-F833-1900-40C41C64D804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659957" y="4402543"/>
            <a:ext cx="2439888" cy="49614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Tx/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Master text </a:t>
            </a:r>
            <a:r>
              <a:rPr lang="en-US" dirty="0" err="1"/>
              <a:t>styleslevel</a:t>
            </a:r>
            <a:endParaRPr lang="en-US" dirty="0"/>
          </a:p>
        </p:txBody>
      </p:sp>
      <p:sp>
        <p:nvSpPr>
          <p:cNvPr id="88" name="Picture Placeholder 8">
            <a:extLst>
              <a:ext uri="{FF2B5EF4-FFF2-40B4-BE49-F238E27FC236}">
                <a16:creationId xmlns:a16="http://schemas.microsoft.com/office/drawing/2014/main" id="{92764AE8-30EC-BFBC-1026-AA1B7B5663FD}"/>
              </a:ext>
            </a:extLst>
          </p:cNvPr>
          <p:cNvSpPr>
            <a:spLocks noGrp="1"/>
          </p:cNvSpPr>
          <p:nvPr>
            <p:ph type="pic" sz="quarter" idx="53"/>
          </p:nvPr>
        </p:nvSpPr>
        <p:spPr>
          <a:xfrm>
            <a:off x="6737750" y="2862470"/>
            <a:ext cx="1332157" cy="1332158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t-EE" dirty="0"/>
          </a:p>
        </p:txBody>
      </p:sp>
      <p:sp>
        <p:nvSpPr>
          <p:cNvPr id="90" name="Text Placeholder 33">
            <a:extLst>
              <a:ext uri="{FF2B5EF4-FFF2-40B4-BE49-F238E27FC236}">
                <a16:creationId xmlns:a16="http://schemas.microsoft.com/office/drawing/2014/main" id="{87831BCD-2CC3-BDA7-FF47-5C030AE3C1DC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6620950" y="5074400"/>
            <a:ext cx="2098642" cy="55801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Tx/>
              <a:buNone/>
              <a:defRPr sz="1600" b="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 sz="1500">
                <a:solidFill>
                  <a:schemeClr val="tx1"/>
                </a:solidFill>
              </a:defRPr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1" name="Text Placeholder 60">
            <a:extLst>
              <a:ext uri="{FF2B5EF4-FFF2-40B4-BE49-F238E27FC236}">
                <a16:creationId xmlns:a16="http://schemas.microsoft.com/office/drawing/2014/main" id="{7819BA3A-95FC-3CDA-EBCE-8E4E777F7543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6620950" y="4402543"/>
            <a:ext cx="2439888" cy="49614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Tx/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Master text </a:t>
            </a:r>
            <a:r>
              <a:rPr lang="en-US" dirty="0" err="1"/>
              <a:t>styleslevel</a:t>
            </a:r>
            <a:endParaRPr lang="en-US" dirty="0"/>
          </a:p>
        </p:txBody>
      </p:sp>
      <p:sp>
        <p:nvSpPr>
          <p:cNvPr id="92" name="Picture Placeholder 8">
            <a:extLst>
              <a:ext uri="{FF2B5EF4-FFF2-40B4-BE49-F238E27FC236}">
                <a16:creationId xmlns:a16="http://schemas.microsoft.com/office/drawing/2014/main" id="{FB1772AE-CC89-C24A-94BA-8CFBB8AD1C7D}"/>
              </a:ext>
            </a:extLst>
          </p:cNvPr>
          <p:cNvSpPr>
            <a:spLocks noGrp="1"/>
          </p:cNvSpPr>
          <p:nvPr>
            <p:ph type="pic" sz="quarter" idx="56"/>
          </p:nvPr>
        </p:nvSpPr>
        <p:spPr>
          <a:xfrm>
            <a:off x="9848786" y="2862470"/>
            <a:ext cx="1332157" cy="1332158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t-EE" dirty="0"/>
          </a:p>
        </p:txBody>
      </p:sp>
      <p:sp>
        <p:nvSpPr>
          <p:cNvPr id="94" name="Text Placeholder 33">
            <a:extLst>
              <a:ext uri="{FF2B5EF4-FFF2-40B4-BE49-F238E27FC236}">
                <a16:creationId xmlns:a16="http://schemas.microsoft.com/office/drawing/2014/main" id="{DEC578C4-C5AA-6E3C-9F30-993758121223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9731986" y="5074400"/>
            <a:ext cx="2098642" cy="55801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Tx/>
              <a:buNone/>
              <a:defRPr sz="1600" b="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 sz="1500">
                <a:solidFill>
                  <a:schemeClr val="tx1"/>
                </a:solidFill>
              </a:defRPr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5" name="Text Placeholder 60">
            <a:extLst>
              <a:ext uri="{FF2B5EF4-FFF2-40B4-BE49-F238E27FC236}">
                <a16:creationId xmlns:a16="http://schemas.microsoft.com/office/drawing/2014/main" id="{1E40FADD-478F-39FD-85E3-A2E55DA07DF9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9731986" y="4402543"/>
            <a:ext cx="2439888" cy="49614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Tx/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Master text </a:t>
            </a:r>
            <a:r>
              <a:rPr lang="en-US" dirty="0" err="1"/>
              <a:t>styleslevel</a:t>
            </a:r>
            <a:endParaRPr lang="en-US" dirty="0"/>
          </a:p>
        </p:txBody>
      </p:sp>
      <p:sp>
        <p:nvSpPr>
          <p:cNvPr id="2" name="Title 16">
            <a:extLst>
              <a:ext uri="{FF2B5EF4-FFF2-40B4-BE49-F238E27FC236}">
                <a16:creationId xmlns:a16="http://schemas.microsoft.com/office/drawing/2014/main" id="{6E9984FE-859B-F235-FA0B-4A62DDD056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6518" y="1373248"/>
            <a:ext cx="11598965" cy="722202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3600" b="1">
                <a:solidFill>
                  <a:schemeClr val="accent1"/>
                </a:solidFill>
              </a:defRPr>
            </a:lvl1pPr>
          </a:lstStyle>
          <a:p>
            <a:r>
              <a:rPr lang="en-US" dirty="0" err="1"/>
              <a:t>Pealkiri</a:t>
            </a:r>
            <a:r>
              <a:rPr lang="en-US" dirty="0"/>
              <a:t>: Calibri 30-44</a:t>
            </a:r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31148631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2772" userDrawn="1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Relationship Id="rId16" Type="http://schemas.openxmlformats.org/officeDocument/2006/relationships/image" Target="../media/image1.png"/><Relationship Id="rId17" Type="http://schemas.openxmlformats.org/officeDocument/2006/relationships/image" Target="../media/image2.png"/><Relationship Id="rId18" Type="http://schemas.openxmlformats.org/officeDocument/2006/relationships/image" Target="../media/image3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6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15950CAD-20B8-F2DA-717A-139C78BCCACE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829918" y="746540"/>
            <a:ext cx="1948696" cy="710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98547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8" r:id="rId2"/>
    <p:sldLayoutId id="2147483693" r:id="rId3"/>
    <p:sldLayoutId id="2147483670" r:id="rId4"/>
    <p:sldLayoutId id="2147483683" r:id="rId5"/>
    <p:sldLayoutId id="2147483688" r:id="rId6"/>
    <p:sldLayoutId id="2147483694" r:id="rId7"/>
    <p:sldLayoutId id="2147483691" r:id="rId8"/>
    <p:sldLayoutId id="2147483678" r:id="rId9"/>
    <p:sldLayoutId id="2147483680" r:id="rId10"/>
    <p:sldLayoutId id="2147483679" r:id="rId11"/>
    <p:sldLayoutId id="2147483696" r:id="rId12"/>
    <p:sldLayoutId id="2147483690" r:id="rId13"/>
    <p:sldLayoutId id="2147483671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>
          <a:solidFill>
            <a:schemeClr val="bg1"/>
          </a:solidFill>
          <a:latin typeface="Calibri" panose="020F0502020204030204" pitchFamily="34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None/>
        <a:defRPr sz="2000" b="1" kern="1200">
          <a:solidFill>
            <a:schemeClr val="bg1"/>
          </a:solidFill>
          <a:latin typeface="Calibri" panose="020F050202020403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Calibri" panose="020F050202020403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700" i="0" kern="1200">
          <a:solidFill>
            <a:schemeClr val="bg1"/>
          </a:solidFill>
          <a:latin typeface="Calibri" panose="020F050202020403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Calibri" panose="020F050202020403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400" kern="1200">
          <a:solidFill>
            <a:schemeClr val="bg1"/>
          </a:solidFill>
          <a:latin typeface="Calibri" panose="020F050202020403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t-E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t>An Overview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/>
          </p:nvPr>
        </p:nvSpPr>
        <p:spPr/>
        <p:txBody>
          <a:bodyPr>
            <a:normAutofit/>
          </a:bodyPr>
          <a:lstStyle/>
          <a:p>
            <a:r>
              <a:t>Your Name – Date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Large Language Models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t>Introduction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t>Definition, Architecture, Applications, Challenges, Future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 sz="half"/>
          </p:nvPr>
        </p:nvSpPr>
        <p:spPr/>
        <p:txBody>
          <a:bodyPr>
            <a:normAutofit/>
          </a:bodyPr>
          <a:lstStyle/>
          <a:p>
            <a:r>
              <a:t>A neural network trained on massive text data</a:t>
            </a:r>
          </a:p>
          <a:p>
            <a:r>
              <a:t>Predicts the next token in a sequence</a:t>
            </a:r>
          </a:p>
          <a:p>
            <a:r>
              <a:t>Learns statistical patterns of language</a:t>
            </a:r>
          </a:p>
          <a:p>
            <a:r>
              <a:t>Enables generation, summarization, translation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What Is a Large Language Model?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 sz="half"/>
          </p:nvPr>
        </p:nvSpPr>
        <p:spPr/>
        <p:txBody>
          <a:bodyPr>
            <a:normAutofit/>
          </a:bodyPr>
          <a:lstStyle/>
          <a:p>
            <a:r>
              <a:t>Transformer Architecture</a:t>
            </a:r>
          </a:p>
          <a:p>
            <a:r>
              <a:t>- Multi‑head self‑attention</a:t>
            </a:r>
          </a:p>
          <a:p>
            <a:r>
              <a:t>- Feed‑forward layers</a:t>
            </a:r>
          </a:p>
          <a:p>
            <a:r>
              <a:t>- Positional encoding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>
            <a:normAutofit/>
          </a:bodyPr>
          <a:lstStyle/>
          <a:p>
            <a:r>
              <a:t>Training Process</a:t>
            </a:r>
          </a:p>
          <a:p>
            <a:r>
              <a:t>- Pre‑training on diverse corpora</a:t>
            </a:r>
          </a:p>
          <a:p>
            <a:r>
              <a:t>- Self‑supervised objective (next‑token prediction)</a:t>
            </a:r>
          </a:p>
          <a:p>
            <a:r>
              <a:t>- Fine‑tuning for specific tasks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How LLMs Work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 sz="half"/>
          </p:nvPr>
        </p:nvSpPr>
        <p:spPr/>
        <p:txBody>
          <a:bodyPr>
            <a:normAutofit/>
          </a:bodyPr>
          <a:lstStyle/>
          <a:p>
            <a:r>
              <a:t>Major Model Families</a:t>
            </a:r>
          </a:p>
          <a:p>
            <a:r>
              <a:t>- GPT‑3</a:t>
            </a:r>
          </a:p>
          <a:p>
            <a:r>
              <a:t>- PaLM</a:t>
            </a:r>
          </a:p>
          <a:p>
            <a:r>
              <a:t>- LLaMA</a:t>
            </a:r>
          </a:p>
          <a:p>
            <a:r>
              <a:t>- Claude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>
            <a:normAutofit/>
          </a:bodyPr>
          <a:lstStyle/>
          <a:p>
            <a:r>
              <a:t/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Model Scale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40080" y="1463040"/>
          <a:ext cx="1088136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 sz="half"/>
          </p:nvPr>
        </p:nvSpPr>
        <p:spPr/>
        <p:txBody>
          <a:bodyPr>
            <a:normAutofit/>
          </a:bodyPr>
          <a:lstStyle/>
          <a:p>
            <a:r>
              <a:t>Data bias and ethical concerns</a:t>
            </a:r>
          </a:p>
          <a:p>
            <a:r>
              <a:t>High computational and energy cost</a:t>
            </a:r>
          </a:p>
          <a:p>
            <a:r>
              <a:t>Hallucination of inaccurate facts</a:t>
            </a:r>
          </a:p>
          <a:p>
            <a:r>
              <a:t>Limited interpretability and control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Challenges &amp; Limitations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t>Improved grounding with external tools</a:t>
            </a:r>
          </a:p>
          <a:p>
            <a:r>
              <a:t>More efficient architectures</a:t>
            </a:r>
          </a:p>
          <a:p>
            <a:r>
              <a:t>Better alignment with human intent</a:t>
            </a:r>
          </a:p>
          <a:p>
            <a:r>
              <a:t>Broader multilingual coverage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/>
          </p:nvPr>
        </p:nvSpPr>
        <p:spPr/>
        <p:txBody>
          <a:bodyPr>
            <a:normAutofit/>
          </a:bodyPr>
          <a:lstStyle/>
          <a:p>
            <a:r>
              <a:t>Contact: your.email@example.com</a:t>
            </a:r>
          </a:p>
          <a:p>
            <a:r>
              <a:t>LinkedIn: your‑profile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The Future of LLMs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icosagen">
      <a:dk1>
        <a:srgbClr val="363738"/>
      </a:dk1>
      <a:lt1>
        <a:srgbClr val="FFFFFF"/>
      </a:lt1>
      <a:dk2>
        <a:srgbClr val="6D6E71"/>
      </a:dk2>
      <a:lt2>
        <a:srgbClr val="FFFFFF"/>
      </a:lt2>
      <a:accent1>
        <a:srgbClr val="A71930"/>
      </a:accent1>
      <a:accent2>
        <a:srgbClr val="D52B1E"/>
      </a:accent2>
      <a:accent3>
        <a:srgbClr val="6D6E71"/>
      </a:accent3>
      <a:accent4>
        <a:srgbClr val="D1D3D4"/>
      </a:accent4>
      <a:accent5>
        <a:srgbClr val="468160"/>
      </a:accent5>
      <a:accent6>
        <a:srgbClr val="AD1125"/>
      </a:accent6>
      <a:hlink>
        <a:srgbClr val="FFFFFF"/>
      </a:hlink>
      <a:folHlink>
        <a:srgbClr val="FFFFFF"/>
      </a:folHlink>
    </a:clrScheme>
    <a:fontScheme name="Icosagen calibri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cosagen slides template 2026" id="{AC2B8190-1A20-4844-A934-AB0C1BFF4827}" vid="{224A3D10-23FE-4862-9CC1-E26B608A808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E42169F001A2F4B9C451C5841F744E4" ma:contentTypeVersion="13" ma:contentTypeDescription="Create a new document." ma:contentTypeScope="" ma:versionID="a230064bbda22ee7a9e873cec57c43a8">
  <xsd:schema xmlns:xsd="http://www.w3.org/2001/XMLSchema" xmlns:xs="http://www.w3.org/2001/XMLSchema" xmlns:p="http://schemas.microsoft.com/office/2006/metadata/properties" xmlns:ns2="69bb39e4-9e1d-40b2-a19b-595eaf90860b" xmlns:ns3="5da713d5-fe66-4fdc-bc3b-6ce8bac2bb49" targetNamespace="http://schemas.microsoft.com/office/2006/metadata/properties" ma:root="true" ma:fieldsID="2b21d18c70ef1a2833901cd15153dea6" ns2:_="" ns3:_="">
    <xsd:import namespace="69bb39e4-9e1d-40b2-a19b-595eaf90860b"/>
    <xsd:import namespace="5da713d5-fe66-4fdc-bc3b-6ce8bac2bb4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9bb39e4-9e1d-40b2-a19b-595eaf90860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589c0410-f6d5-4bb2-946e-3672772a52f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da713d5-fe66-4fdc-bc3b-6ce8bac2bb49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9" nillable="true" ma:displayName="Taxonomy Catch All Column" ma:hidden="true" ma:list="{d443559f-c804-4b7e-97e4-7d7cbc9e796f}" ma:internalName="TaxCatchAll" ma:showField="CatchAllData" ma:web="5da713d5-fe66-4fdc-bc3b-6ce8bac2bb4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A1A3C03-C42B-4322-B9DC-62F802BF44B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4001416-DC15-4FDA-8C31-CD136E074A7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9bb39e4-9e1d-40b2-a19b-595eaf90860b"/>
    <ds:schemaRef ds:uri="5da713d5-fe66-4fdc-bc3b-6ce8bac2bb4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</TotalTime>
  <Words>0</Words>
  <Application>Microsoft Macintosh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Calibri</vt:lpstr>
      <vt:lpstr>Calibri Light</vt:lpstr>
      <vt:lpstr>Arial</vt:lpstr>
      <vt:lpstr>Office 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Tomi Lahe</dc:creator>
  <cp:lastModifiedBy>Tomi Lahe</cp:lastModifiedBy>
  <cp:revision>1</cp:revision>
  <cp:lastPrinted>2023-03-17T13:05:21Z</cp:lastPrinted>
  <dcterms:created xsi:type="dcterms:W3CDTF">2026-05-04T16:35:03Z</dcterms:created>
  <dcterms:modified xsi:type="dcterms:W3CDTF">2026-05-04T16:39:56Z</dcterms:modified>
</cp:coreProperties>
</file>