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3"/>
  </p:sldMasterIdLst>
  <p:notesMasterIdLst>
    <p:notesMasterId r:id="rId16"/>
  </p:notesMasterIdLst>
  <p:handoutMasterIdLst>
    <p:handoutMasterId r:id="rId17"/>
  </p:handout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12192000" cy="6858000"/>
  <p:notesSz cx="6794500" cy="9931400"/>
  <p:defaultTextStyle>
    <a:defPPr>
      <a:defRPr lang="et-E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C25AB58-E51E-44C5-B02C-BD8DF00A92B4}">
          <p14:sldIdLst>
            <p14:sldId id="256"/>
            <p14:sldId id="257"/>
            <p14:sldId id="258"/>
            <p14:sldId id="259"/>
            <p14:sldId id="260"/>
            <p14:sldId id="261"/>
            <p14:sldId id="262"/>
            <p14:sldId id="263"/>
            <p14:sldId id="264"/>
            <p14:sldId id="265"/>
            <p14:sldId id="266"/>
            <p14:sldId id="267"/>
          </p14:sldIdLst>
        </p14:section>
      </p14:sectionLst>
    </p:ext>
    <p:ext uri="{EFAFB233-063F-42B5-8137-9DF3F51BA10A}">
      <p15:sldGuideLst xmlns:p15="http://schemas.microsoft.com/office/powerpoint/2012/main">
        <p15:guide id="1" orient="horz" pos="3113" userDrawn="1">
          <p15:clr>
            <a:srgbClr val="A4A3A4"/>
          </p15:clr>
        </p15:guide>
        <p15:guide id="2" pos="3817"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FF204DF-3AC7-CD84-A580-42CB0D7C26C5}" name="Lisett Liblekas" initials="LL" userId="S::lisett.liblekas@icosagen.ee::30955120-5099-484a-b836-3f140e1611f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719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9" autoAdjust="0"/>
    <p:restoredTop sz="94185" autoAdjust="0"/>
  </p:normalViewPr>
  <p:slideViewPr>
    <p:cSldViewPr snapToGrid="0" showGuides="1">
      <p:cViewPr varScale="1">
        <p:scale>
          <a:sx n="127" d="100"/>
          <a:sy n="127" d="100"/>
        </p:scale>
        <p:origin x="504" y="192"/>
      </p:cViewPr>
      <p:guideLst>
        <p:guide orient="horz" pos="3113"/>
        <p:guide pos="3817"/>
      </p:guideLst>
    </p:cSldViewPr>
  </p:slideViewPr>
  <p:notesTextViewPr>
    <p:cViewPr>
      <p:scale>
        <a:sx n="1" d="1"/>
        <a:sy n="1" d="1"/>
      </p:scale>
      <p:origin x="0" y="0"/>
    </p:cViewPr>
  </p:notesTextViewPr>
  <p:notesViewPr>
    <p:cSldViewPr snapToGrid="0" showGuides="1">
      <p:cViewPr varScale="1">
        <p:scale>
          <a:sx n="72" d="100"/>
          <a:sy n="72" d="100"/>
        </p:scale>
        <p:origin x="3234" y="5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presProps" Target="presProps.xml"/><Relationship Id="rId3" Type="http://schemas.openxmlformats.org/officeDocument/2006/relationships/slideMaster" Target="slideMasters/slideMaster1.xml"/><Relationship Id="rId21"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C0055F8-9372-67D1-EBB8-C972EC82E7AF}"/>
              </a:ext>
            </a:extLst>
          </p:cNvPr>
          <p:cNvSpPr>
            <a:spLocks noGrp="1"/>
          </p:cNvSpPr>
          <p:nvPr>
            <p:ph type="hdr" sz="quarter"/>
          </p:nvPr>
        </p:nvSpPr>
        <p:spPr>
          <a:xfrm>
            <a:off x="0" y="0"/>
            <a:ext cx="2944813" cy="498475"/>
          </a:xfrm>
          <a:prstGeom prst="rect">
            <a:avLst/>
          </a:prstGeom>
        </p:spPr>
        <p:txBody>
          <a:bodyPr vert="horz" lIns="91440" tIns="45720" rIns="91440" bIns="45720" rtlCol="0"/>
          <a:lstStyle>
            <a:lvl1pPr algn="l">
              <a:defRPr sz="1200"/>
            </a:lvl1pPr>
          </a:lstStyle>
          <a:p>
            <a:endParaRPr lang="et-EE"/>
          </a:p>
        </p:txBody>
      </p:sp>
      <p:sp>
        <p:nvSpPr>
          <p:cNvPr id="3" name="Date Placeholder 2">
            <a:extLst>
              <a:ext uri="{FF2B5EF4-FFF2-40B4-BE49-F238E27FC236}">
                <a16:creationId xmlns:a16="http://schemas.microsoft.com/office/drawing/2014/main" id="{A0A560BA-7D99-0E25-A171-D617BC1DEF56}"/>
              </a:ext>
            </a:extLst>
          </p:cNvPr>
          <p:cNvSpPr>
            <a:spLocks noGrp="1"/>
          </p:cNvSpPr>
          <p:nvPr>
            <p:ph type="dt" sz="quarter" idx="1"/>
          </p:nvPr>
        </p:nvSpPr>
        <p:spPr>
          <a:xfrm>
            <a:off x="3848100" y="0"/>
            <a:ext cx="2944813" cy="498475"/>
          </a:xfrm>
          <a:prstGeom prst="rect">
            <a:avLst/>
          </a:prstGeom>
        </p:spPr>
        <p:txBody>
          <a:bodyPr vert="horz" lIns="91440" tIns="45720" rIns="91440" bIns="45720" rtlCol="0"/>
          <a:lstStyle>
            <a:lvl1pPr algn="r">
              <a:defRPr sz="1200"/>
            </a:lvl1pPr>
          </a:lstStyle>
          <a:p>
            <a:fld id="{9E92E486-8C34-4591-9819-77E47BAD6410}" type="datetimeFigureOut">
              <a:rPr lang="et-EE" smtClean="0"/>
              <a:t>13.05.26</a:t>
            </a:fld>
            <a:endParaRPr lang="et-EE"/>
          </a:p>
        </p:txBody>
      </p:sp>
      <p:sp>
        <p:nvSpPr>
          <p:cNvPr id="4" name="Footer Placeholder 3">
            <a:extLst>
              <a:ext uri="{FF2B5EF4-FFF2-40B4-BE49-F238E27FC236}">
                <a16:creationId xmlns:a16="http://schemas.microsoft.com/office/drawing/2014/main" id="{794EF133-D8FF-263D-5129-6538C23B107C}"/>
              </a:ext>
            </a:extLst>
          </p:cNvPr>
          <p:cNvSpPr>
            <a:spLocks noGrp="1"/>
          </p:cNvSpPr>
          <p:nvPr>
            <p:ph type="ftr" sz="quarter" idx="2"/>
          </p:nvPr>
        </p:nvSpPr>
        <p:spPr>
          <a:xfrm>
            <a:off x="0" y="9432925"/>
            <a:ext cx="2944813" cy="498475"/>
          </a:xfrm>
          <a:prstGeom prst="rect">
            <a:avLst/>
          </a:prstGeom>
        </p:spPr>
        <p:txBody>
          <a:bodyPr vert="horz" lIns="91440" tIns="45720" rIns="91440" bIns="45720" rtlCol="0" anchor="b"/>
          <a:lstStyle>
            <a:lvl1pPr algn="l">
              <a:defRPr sz="1200"/>
            </a:lvl1pPr>
          </a:lstStyle>
          <a:p>
            <a:endParaRPr lang="et-EE"/>
          </a:p>
        </p:txBody>
      </p:sp>
      <p:sp>
        <p:nvSpPr>
          <p:cNvPr id="5" name="Slide Number Placeholder 4">
            <a:extLst>
              <a:ext uri="{FF2B5EF4-FFF2-40B4-BE49-F238E27FC236}">
                <a16:creationId xmlns:a16="http://schemas.microsoft.com/office/drawing/2014/main" id="{832A6E3A-74DF-A7FE-4898-8AB045D69F1D}"/>
              </a:ext>
            </a:extLst>
          </p:cNvPr>
          <p:cNvSpPr>
            <a:spLocks noGrp="1"/>
          </p:cNvSpPr>
          <p:nvPr>
            <p:ph type="sldNum" sz="quarter" idx="3"/>
          </p:nvPr>
        </p:nvSpPr>
        <p:spPr>
          <a:xfrm>
            <a:off x="3848100" y="9432925"/>
            <a:ext cx="2944813" cy="498475"/>
          </a:xfrm>
          <a:prstGeom prst="rect">
            <a:avLst/>
          </a:prstGeom>
        </p:spPr>
        <p:txBody>
          <a:bodyPr vert="horz" lIns="91440" tIns="45720" rIns="91440" bIns="45720" rtlCol="0" anchor="b"/>
          <a:lstStyle>
            <a:lvl1pPr algn="r">
              <a:defRPr sz="1200"/>
            </a:lvl1pPr>
          </a:lstStyle>
          <a:p>
            <a:fld id="{43CA6C69-7FBF-48C9-B4D4-69C44EE5F551}" type="slidenum">
              <a:rPr lang="et-EE" smtClean="0"/>
              <a:t>‹#›</a:t>
            </a:fld>
            <a:endParaRPr lang="et-EE"/>
          </a:p>
        </p:txBody>
      </p:sp>
    </p:spTree>
    <p:extLst>
      <p:ext uri="{BB962C8B-B14F-4D97-AF65-F5344CB8AC3E}">
        <p14:creationId xmlns:p14="http://schemas.microsoft.com/office/powerpoint/2010/main" val="26724666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28" userDrawn="1">
          <p15:clr>
            <a:srgbClr val="F26B43"/>
          </p15:clr>
        </p15:guide>
        <p15:guide id="2" pos="214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283" cy="498295"/>
          </a:xfrm>
          <a:prstGeom prst="rect">
            <a:avLst/>
          </a:prstGeom>
        </p:spPr>
        <p:txBody>
          <a:bodyPr vert="horz" lIns="91440" tIns="45720" rIns="91440" bIns="45720" rtlCol="0"/>
          <a:lstStyle>
            <a:lvl1pPr algn="l">
              <a:defRPr sz="1200">
                <a:latin typeface="Calibri" panose="020F0502020204030204" pitchFamily="34" charset="0"/>
              </a:defRPr>
            </a:lvl1pPr>
          </a:lstStyle>
          <a:p>
            <a:endParaRPr lang="et-EE" dirty="0"/>
          </a:p>
        </p:txBody>
      </p:sp>
      <p:sp>
        <p:nvSpPr>
          <p:cNvPr id="3" name="Date Placeholder 2"/>
          <p:cNvSpPr>
            <a:spLocks noGrp="1"/>
          </p:cNvSpPr>
          <p:nvPr>
            <p:ph type="dt" idx="1"/>
          </p:nvPr>
        </p:nvSpPr>
        <p:spPr>
          <a:xfrm>
            <a:off x="3848645" y="0"/>
            <a:ext cx="2944283" cy="498295"/>
          </a:xfrm>
          <a:prstGeom prst="rect">
            <a:avLst/>
          </a:prstGeom>
        </p:spPr>
        <p:txBody>
          <a:bodyPr vert="horz" lIns="91440" tIns="45720" rIns="91440" bIns="45720" rtlCol="0"/>
          <a:lstStyle>
            <a:lvl1pPr algn="r">
              <a:defRPr sz="1200">
                <a:latin typeface="Calibri" panose="020F0502020204030204" pitchFamily="34" charset="0"/>
              </a:defRPr>
            </a:lvl1pPr>
          </a:lstStyle>
          <a:p>
            <a:fld id="{E44DDE24-1A3E-45B7-A194-D2823032C6FD}" type="datetimeFigureOut">
              <a:rPr lang="et-EE" smtClean="0"/>
              <a:pPr/>
              <a:t>13.05.26</a:t>
            </a:fld>
            <a:endParaRPr lang="et-EE" dirty="0"/>
          </a:p>
        </p:txBody>
      </p:sp>
      <p:sp>
        <p:nvSpPr>
          <p:cNvPr id="4" name="Slide Image Placeholder 3"/>
          <p:cNvSpPr>
            <a:spLocks noGrp="1" noRot="1" noChangeAspect="1"/>
          </p:cNvSpPr>
          <p:nvPr>
            <p:ph type="sldImg" idx="2"/>
          </p:nvPr>
        </p:nvSpPr>
        <p:spPr>
          <a:xfrm>
            <a:off x="419100" y="1241425"/>
            <a:ext cx="5956300" cy="3351213"/>
          </a:xfrm>
          <a:prstGeom prst="rect">
            <a:avLst/>
          </a:prstGeom>
          <a:noFill/>
          <a:ln w="12700">
            <a:solidFill>
              <a:prstClr val="black"/>
            </a:solidFill>
          </a:ln>
        </p:spPr>
        <p:txBody>
          <a:bodyPr vert="horz" lIns="91440" tIns="45720" rIns="91440" bIns="45720" rtlCol="0" anchor="ctr"/>
          <a:lstStyle/>
          <a:p>
            <a:endParaRPr lang="et-EE" dirty="0"/>
          </a:p>
        </p:txBody>
      </p:sp>
      <p:sp>
        <p:nvSpPr>
          <p:cNvPr id="5" name="Notes Placeholder 4"/>
          <p:cNvSpPr>
            <a:spLocks noGrp="1"/>
          </p:cNvSpPr>
          <p:nvPr>
            <p:ph type="body" sz="quarter" idx="3"/>
          </p:nvPr>
        </p:nvSpPr>
        <p:spPr>
          <a:xfrm>
            <a:off x="679450" y="4779486"/>
            <a:ext cx="5435600" cy="3910489"/>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t-EE" dirty="0"/>
          </a:p>
        </p:txBody>
      </p:sp>
      <p:sp>
        <p:nvSpPr>
          <p:cNvPr id="6" name="Footer Placeholder 5"/>
          <p:cNvSpPr>
            <a:spLocks noGrp="1"/>
          </p:cNvSpPr>
          <p:nvPr>
            <p:ph type="ftr" sz="quarter" idx="4"/>
          </p:nvPr>
        </p:nvSpPr>
        <p:spPr>
          <a:xfrm>
            <a:off x="0" y="9433107"/>
            <a:ext cx="2944283" cy="498294"/>
          </a:xfrm>
          <a:prstGeom prst="rect">
            <a:avLst/>
          </a:prstGeom>
        </p:spPr>
        <p:txBody>
          <a:bodyPr vert="horz" lIns="91440" tIns="45720" rIns="91440" bIns="45720" rtlCol="0" anchor="b"/>
          <a:lstStyle>
            <a:lvl1pPr algn="l">
              <a:defRPr sz="1200">
                <a:latin typeface="Calibri" panose="020F0502020204030204" pitchFamily="34" charset="0"/>
              </a:defRPr>
            </a:lvl1pPr>
          </a:lstStyle>
          <a:p>
            <a:endParaRPr lang="et-EE" dirty="0"/>
          </a:p>
        </p:txBody>
      </p:sp>
      <p:sp>
        <p:nvSpPr>
          <p:cNvPr id="7" name="Slide Number Placeholder 6"/>
          <p:cNvSpPr>
            <a:spLocks noGrp="1"/>
          </p:cNvSpPr>
          <p:nvPr>
            <p:ph type="sldNum" sz="quarter" idx="5"/>
          </p:nvPr>
        </p:nvSpPr>
        <p:spPr>
          <a:xfrm>
            <a:off x="3848645" y="9433107"/>
            <a:ext cx="2944283" cy="498294"/>
          </a:xfrm>
          <a:prstGeom prst="rect">
            <a:avLst/>
          </a:prstGeom>
        </p:spPr>
        <p:txBody>
          <a:bodyPr vert="horz" lIns="91440" tIns="45720" rIns="91440" bIns="45720" rtlCol="0" anchor="b"/>
          <a:lstStyle>
            <a:lvl1pPr algn="r">
              <a:defRPr sz="1200">
                <a:latin typeface="Calibri" panose="020F0502020204030204" pitchFamily="34" charset="0"/>
              </a:defRPr>
            </a:lvl1pPr>
          </a:lstStyle>
          <a:p>
            <a:fld id="{015EF2FF-4C82-4708-AFCC-C30E5F69F591}" type="slidenum">
              <a:rPr lang="et-EE" smtClean="0"/>
              <a:pPr/>
              <a:t>‹#›</a:t>
            </a:fld>
            <a:endParaRPr lang="et-EE" dirty="0"/>
          </a:p>
        </p:txBody>
      </p:sp>
    </p:spTree>
    <p:extLst>
      <p:ext uri="{BB962C8B-B14F-4D97-AF65-F5344CB8AC3E}">
        <p14:creationId xmlns:p14="http://schemas.microsoft.com/office/powerpoint/2010/main" val="1169909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Calibri" panose="020F0502020204030204" pitchFamily="34" charset="0"/>
        <a:ea typeface="+mn-ea"/>
        <a:cs typeface="+mn-cs"/>
      </a:defRPr>
    </a:lvl1pPr>
    <a:lvl2pPr marL="457200" algn="l" defTabSz="914400" rtl="0" eaLnBrk="1" latinLnBrk="0" hangingPunct="1">
      <a:defRPr sz="1200" kern="1200">
        <a:solidFill>
          <a:schemeClr val="tx1"/>
        </a:solidFill>
        <a:latin typeface="Calibri" panose="020F0502020204030204" pitchFamily="34" charset="0"/>
        <a:ea typeface="+mn-ea"/>
        <a:cs typeface="+mn-cs"/>
      </a:defRPr>
    </a:lvl2pPr>
    <a:lvl3pPr marL="914400" algn="l" defTabSz="914400" rtl="0" eaLnBrk="1" latinLnBrk="0" hangingPunct="1">
      <a:defRPr sz="1200" kern="1200">
        <a:solidFill>
          <a:schemeClr val="tx1"/>
        </a:solidFill>
        <a:latin typeface="Calibri" panose="020F0502020204030204" pitchFamily="34" charset="0"/>
        <a:ea typeface="+mn-ea"/>
        <a:cs typeface="+mn-cs"/>
      </a:defRPr>
    </a:lvl3pPr>
    <a:lvl4pPr marL="1371600" algn="l" defTabSz="914400" rtl="0" eaLnBrk="1" latinLnBrk="0" hangingPunct="1">
      <a:defRPr sz="1200" kern="1200">
        <a:solidFill>
          <a:schemeClr val="tx1"/>
        </a:solidFill>
        <a:latin typeface="Calibri" panose="020F0502020204030204" pitchFamily="34" charset="0"/>
        <a:ea typeface="+mn-ea"/>
        <a:cs typeface="+mn-cs"/>
      </a:defRPr>
    </a:lvl4pPr>
    <a:lvl5pPr marL="1828800" algn="l" defTabSz="914400" rtl="0" eaLnBrk="1" latinLnBrk="0" hangingPunct="1">
      <a:defRPr sz="1200" kern="1200">
        <a:solidFill>
          <a:schemeClr val="tx1"/>
        </a:solidFill>
        <a:latin typeface="Calibri" panose="020F05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4.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_TITLE_white">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037B104-C24F-8091-9BD2-55652B18453A}"/>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3" name="Text Placeholder 2">
            <a:extLst>
              <a:ext uri="{FF2B5EF4-FFF2-40B4-BE49-F238E27FC236}">
                <a16:creationId xmlns:a16="http://schemas.microsoft.com/office/drawing/2014/main" id="{D4A60853-10F1-A278-9266-2B2C627DD00A}"/>
              </a:ext>
            </a:extLst>
          </p:cNvPr>
          <p:cNvSpPr>
            <a:spLocks noGrp="1"/>
          </p:cNvSpPr>
          <p:nvPr>
            <p:ph type="body" idx="1"/>
          </p:nvPr>
        </p:nvSpPr>
        <p:spPr>
          <a:xfrm>
            <a:off x="831850" y="5046666"/>
            <a:ext cx="10515600" cy="369332"/>
          </a:xfrm>
          <a:prstGeom prst="rect">
            <a:avLst/>
          </a:prstGeom>
        </p:spPr>
        <p:txBody>
          <a:bodyPr>
            <a:spAutoFit/>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DA5D3A2-031E-1B51-5E1E-FAC0466AC79C}"/>
              </a:ext>
            </a:extLst>
          </p:cNvPr>
          <p:cNvSpPr>
            <a:spLocks noGrp="1"/>
          </p:cNvSpPr>
          <p:nvPr>
            <p:ph type="dt" sz="half" idx="10"/>
          </p:nvPr>
        </p:nvSpPr>
        <p:spPr>
          <a:xfrm>
            <a:off x="838200" y="6356350"/>
            <a:ext cx="2743200" cy="365125"/>
          </a:xfrm>
          <a:prstGeom prst="rect">
            <a:avLst/>
          </a:prstGeom>
        </p:spPr>
        <p:txBody>
          <a:bodyPr/>
          <a:lstStyle>
            <a:lvl1pPr>
              <a:defRPr>
                <a:solidFill>
                  <a:schemeClr val="accent4"/>
                </a:solidFill>
              </a:defRPr>
            </a:lvl1pPr>
          </a:lstStyle>
          <a:p>
            <a:endParaRPr lang="et-EE" dirty="0"/>
          </a:p>
        </p:txBody>
      </p:sp>
      <p:sp>
        <p:nvSpPr>
          <p:cNvPr id="8" name="Text Placeholder 2">
            <a:extLst>
              <a:ext uri="{FF2B5EF4-FFF2-40B4-BE49-F238E27FC236}">
                <a16:creationId xmlns:a16="http://schemas.microsoft.com/office/drawing/2014/main" id="{77F977D9-DCA1-0113-A323-9371CA04E1CE}"/>
              </a:ext>
            </a:extLst>
          </p:cNvPr>
          <p:cNvSpPr>
            <a:spLocks noGrp="1"/>
          </p:cNvSpPr>
          <p:nvPr>
            <p:ph type="body" idx="13"/>
          </p:nvPr>
        </p:nvSpPr>
        <p:spPr>
          <a:xfrm>
            <a:off x="831850" y="5471974"/>
            <a:ext cx="10521950" cy="341632"/>
          </a:xfrm>
          <a:prstGeom prst="rect">
            <a:avLst/>
          </a:prstGeom>
        </p:spPr>
        <p:txBody>
          <a:bodyPr wrap="square">
            <a:spAutoFit/>
          </a:bodyPr>
          <a:lstStyle>
            <a:lvl1pPr marL="0" indent="0">
              <a:buNone/>
              <a:defRPr sz="18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6" name="Title 1">
            <a:extLst>
              <a:ext uri="{FF2B5EF4-FFF2-40B4-BE49-F238E27FC236}">
                <a16:creationId xmlns:a16="http://schemas.microsoft.com/office/drawing/2014/main" id="{B1A137F0-6F31-2DFF-5212-992575BAB790}"/>
              </a:ext>
            </a:extLst>
          </p:cNvPr>
          <p:cNvSpPr>
            <a:spLocks noGrp="1"/>
          </p:cNvSpPr>
          <p:nvPr>
            <p:ph type="title" hasCustomPrompt="1"/>
          </p:nvPr>
        </p:nvSpPr>
        <p:spPr>
          <a:xfrm>
            <a:off x="831850" y="3098441"/>
            <a:ext cx="10515600" cy="757130"/>
          </a:xfrm>
          <a:prstGeom prst="rect">
            <a:avLst/>
          </a:prstGeom>
        </p:spPr>
        <p:txBody>
          <a:bodyPr anchor="t" anchorCtr="0">
            <a:spAutoFit/>
          </a:bodyPr>
          <a:lstStyle>
            <a:lvl1pPr>
              <a:defRPr sz="4800" b="1">
                <a:solidFill>
                  <a:schemeClr val="tx1"/>
                </a:solidFill>
              </a:defRPr>
            </a:lvl1pPr>
          </a:lstStyle>
          <a:p>
            <a:r>
              <a:rPr lang="en-US" dirty="0" err="1"/>
              <a:t>Põhi-pealkiri</a:t>
            </a:r>
            <a:r>
              <a:rPr lang="en-US" dirty="0"/>
              <a:t>: Calibri 48</a:t>
            </a:r>
            <a:endParaRPr lang="et-EE" dirty="0"/>
          </a:p>
        </p:txBody>
      </p:sp>
      <p:pic>
        <p:nvPicPr>
          <p:cNvPr id="5" name="Graphic 4">
            <a:extLst>
              <a:ext uri="{FF2B5EF4-FFF2-40B4-BE49-F238E27FC236}">
                <a16:creationId xmlns:a16="http://schemas.microsoft.com/office/drawing/2014/main" id="{4A1F5F4D-010A-9B4C-5DA6-8BE7D3E4FF9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1850" y="752921"/>
            <a:ext cx="1923014" cy="689080"/>
          </a:xfrm>
          <a:prstGeom prst="rect">
            <a:avLst/>
          </a:prstGeom>
        </p:spPr>
      </p:pic>
    </p:spTree>
    <p:extLst>
      <p:ext uri="{BB962C8B-B14F-4D97-AF65-F5344CB8AC3E}">
        <p14:creationId xmlns:p14="http://schemas.microsoft.com/office/powerpoint/2010/main" val="118694598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2_TITLE_re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A45C9BCC-0272-BD8E-9A42-AB7F9BE305E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29918" y="746540"/>
            <a:ext cx="1948696" cy="710701"/>
          </a:xfrm>
          <a:prstGeom prst="rect">
            <a:avLst/>
          </a:prstGeom>
        </p:spPr>
      </p:pic>
      <p:sp>
        <p:nvSpPr>
          <p:cNvPr id="3" name="Date Placeholder 2">
            <a:extLst>
              <a:ext uri="{FF2B5EF4-FFF2-40B4-BE49-F238E27FC236}">
                <a16:creationId xmlns:a16="http://schemas.microsoft.com/office/drawing/2014/main" id="{2AB5C0AD-8ACE-4F6D-E2AF-6C7E02AF0547}"/>
              </a:ext>
            </a:extLst>
          </p:cNvPr>
          <p:cNvSpPr>
            <a:spLocks noGrp="1"/>
          </p:cNvSpPr>
          <p:nvPr>
            <p:ph type="dt" sz="half" idx="10"/>
          </p:nvPr>
        </p:nvSpPr>
        <p:spPr>
          <a:xfrm>
            <a:off x="838200" y="6356350"/>
            <a:ext cx="2743200" cy="365125"/>
          </a:xfrm>
          <a:prstGeom prst="rect">
            <a:avLst/>
          </a:prstGeom>
        </p:spPr>
        <p:txBody>
          <a:bodyPr/>
          <a:lstStyle>
            <a:lvl1pPr>
              <a:defRPr>
                <a:solidFill>
                  <a:schemeClr val="bg1"/>
                </a:solidFill>
              </a:defRPr>
            </a:lvl1pPr>
          </a:lstStyle>
          <a:p>
            <a:endParaRPr lang="et-EE" dirty="0"/>
          </a:p>
        </p:txBody>
      </p:sp>
      <p:sp>
        <p:nvSpPr>
          <p:cNvPr id="6" name="Text Placeholder 2">
            <a:extLst>
              <a:ext uri="{FF2B5EF4-FFF2-40B4-BE49-F238E27FC236}">
                <a16:creationId xmlns:a16="http://schemas.microsoft.com/office/drawing/2014/main" id="{167303CA-3ADD-7E6D-0D14-D0FDD311BDDC}"/>
              </a:ext>
            </a:extLst>
          </p:cNvPr>
          <p:cNvSpPr>
            <a:spLocks noGrp="1"/>
          </p:cNvSpPr>
          <p:nvPr>
            <p:ph type="body" idx="1"/>
          </p:nvPr>
        </p:nvSpPr>
        <p:spPr>
          <a:xfrm>
            <a:off x="831850" y="5046666"/>
            <a:ext cx="10515600" cy="369332"/>
          </a:xfrm>
          <a:prstGeom prst="rect">
            <a:avLst/>
          </a:prstGeom>
        </p:spPr>
        <p:txBody>
          <a:bodyPr>
            <a:spAutoFit/>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7" name="Text Placeholder 2">
            <a:extLst>
              <a:ext uri="{FF2B5EF4-FFF2-40B4-BE49-F238E27FC236}">
                <a16:creationId xmlns:a16="http://schemas.microsoft.com/office/drawing/2014/main" id="{E245364C-4B93-3729-4E6B-677159E53818}"/>
              </a:ext>
            </a:extLst>
          </p:cNvPr>
          <p:cNvSpPr>
            <a:spLocks noGrp="1"/>
          </p:cNvSpPr>
          <p:nvPr>
            <p:ph type="body" idx="13"/>
          </p:nvPr>
        </p:nvSpPr>
        <p:spPr>
          <a:xfrm>
            <a:off x="829918" y="5471974"/>
            <a:ext cx="10523882" cy="341632"/>
          </a:xfrm>
          <a:prstGeom prst="rect">
            <a:avLst/>
          </a:prstGeom>
        </p:spPr>
        <p:txBody>
          <a:bodyPr wrap="square">
            <a:spAutoFit/>
          </a:bodyPr>
          <a:lstStyle>
            <a:lvl1pPr marL="0" indent="0">
              <a:buNone/>
              <a:defRPr sz="1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Title 1">
            <a:extLst>
              <a:ext uri="{FF2B5EF4-FFF2-40B4-BE49-F238E27FC236}">
                <a16:creationId xmlns:a16="http://schemas.microsoft.com/office/drawing/2014/main" id="{A02E750D-F7AB-AB3A-CDC4-C0C420A8D22B}"/>
              </a:ext>
            </a:extLst>
          </p:cNvPr>
          <p:cNvSpPr>
            <a:spLocks noGrp="1"/>
          </p:cNvSpPr>
          <p:nvPr>
            <p:ph type="title" hasCustomPrompt="1"/>
          </p:nvPr>
        </p:nvSpPr>
        <p:spPr>
          <a:xfrm>
            <a:off x="831850" y="3098441"/>
            <a:ext cx="10515600" cy="757130"/>
          </a:xfrm>
          <a:prstGeom prst="rect">
            <a:avLst/>
          </a:prstGeom>
        </p:spPr>
        <p:txBody>
          <a:bodyPr anchor="t" anchorCtr="0">
            <a:spAutoFit/>
          </a:bodyPr>
          <a:lstStyle>
            <a:lvl1pPr>
              <a:defRPr sz="4800">
                <a:solidFill>
                  <a:schemeClr val="bg1"/>
                </a:solidFill>
              </a:defRPr>
            </a:lvl1pPr>
          </a:lstStyle>
          <a:p>
            <a:r>
              <a:rPr lang="en-US" dirty="0" err="1"/>
              <a:t>Põhi-pealkiri</a:t>
            </a:r>
            <a:r>
              <a:rPr lang="en-US" dirty="0"/>
              <a:t>: Calibri 48</a:t>
            </a:r>
            <a:endParaRPr lang="et-EE" dirty="0"/>
          </a:p>
        </p:txBody>
      </p:sp>
    </p:spTree>
    <p:extLst>
      <p:ext uri="{BB962C8B-B14F-4D97-AF65-F5344CB8AC3E}">
        <p14:creationId xmlns:p14="http://schemas.microsoft.com/office/powerpoint/2010/main" val="6046012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_red_high contrast">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0BDD68A-1D9B-DC2E-36F4-CD58AC3B2B9D}"/>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11" name="Graphic 10">
            <a:extLst>
              <a:ext uri="{FF2B5EF4-FFF2-40B4-BE49-F238E27FC236}">
                <a16:creationId xmlns:a16="http://schemas.microsoft.com/office/drawing/2014/main" id="{A45C9BCC-0272-BD8E-9A42-AB7F9BE305E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29918" y="746540"/>
            <a:ext cx="1948696" cy="710701"/>
          </a:xfrm>
          <a:prstGeom prst="rect">
            <a:avLst/>
          </a:prstGeom>
        </p:spPr>
      </p:pic>
      <p:sp>
        <p:nvSpPr>
          <p:cNvPr id="3" name="Date Placeholder 2">
            <a:extLst>
              <a:ext uri="{FF2B5EF4-FFF2-40B4-BE49-F238E27FC236}">
                <a16:creationId xmlns:a16="http://schemas.microsoft.com/office/drawing/2014/main" id="{2AB5C0AD-8ACE-4F6D-E2AF-6C7E02AF0547}"/>
              </a:ext>
            </a:extLst>
          </p:cNvPr>
          <p:cNvSpPr>
            <a:spLocks noGrp="1"/>
          </p:cNvSpPr>
          <p:nvPr>
            <p:ph type="dt" sz="half" idx="10"/>
          </p:nvPr>
        </p:nvSpPr>
        <p:spPr>
          <a:xfrm>
            <a:off x="838200" y="6356350"/>
            <a:ext cx="2743200" cy="365125"/>
          </a:xfrm>
          <a:prstGeom prst="rect">
            <a:avLst/>
          </a:prstGeom>
        </p:spPr>
        <p:txBody>
          <a:bodyPr/>
          <a:lstStyle>
            <a:lvl1pPr>
              <a:defRPr>
                <a:solidFill>
                  <a:schemeClr val="bg1"/>
                </a:solidFill>
              </a:defRPr>
            </a:lvl1pPr>
          </a:lstStyle>
          <a:p>
            <a:endParaRPr lang="et-EE" dirty="0"/>
          </a:p>
        </p:txBody>
      </p:sp>
      <p:sp>
        <p:nvSpPr>
          <p:cNvPr id="6" name="Text Placeholder 2">
            <a:extLst>
              <a:ext uri="{FF2B5EF4-FFF2-40B4-BE49-F238E27FC236}">
                <a16:creationId xmlns:a16="http://schemas.microsoft.com/office/drawing/2014/main" id="{167303CA-3ADD-7E6D-0D14-D0FDD311BDDC}"/>
              </a:ext>
            </a:extLst>
          </p:cNvPr>
          <p:cNvSpPr>
            <a:spLocks noGrp="1"/>
          </p:cNvSpPr>
          <p:nvPr>
            <p:ph type="body" idx="1"/>
          </p:nvPr>
        </p:nvSpPr>
        <p:spPr>
          <a:xfrm>
            <a:off x="831850" y="5046666"/>
            <a:ext cx="10515600" cy="369332"/>
          </a:xfrm>
          <a:prstGeom prst="rect">
            <a:avLst/>
          </a:prstGeom>
        </p:spPr>
        <p:txBody>
          <a:bodyPr>
            <a:spAutoFit/>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7" name="Text Placeholder 2">
            <a:extLst>
              <a:ext uri="{FF2B5EF4-FFF2-40B4-BE49-F238E27FC236}">
                <a16:creationId xmlns:a16="http://schemas.microsoft.com/office/drawing/2014/main" id="{E245364C-4B93-3729-4E6B-677159E53818}"/>
              </a:ext>
            </a:extLst>
          </p:cNvPr>
          <p:cNvSpPr>
            <a:spLocks noGrp="1"/>
          </p:cNvSpPr>
          <p:nvPr>
            <p:ph type="body" idx="13"/>
          </p:nvPr>
        </p:nvSpPr>
        <p:spPr>
          <a:xfrm>
            <a:off x="829918" y="5471974"/>
            <a:ext cx="10523882" cy="341632"/>
          </a:xfrm>
          <a:prstGeom prst="rect">
            <a:avLst/>
          </a:prstGeom>
        </p:spPr>
        <p:txBody>
          <a:bodyPr wrap="square">
            <a:spAutoFit/>
          </a:bodyPr>
          <a:lstStyle>
            <a:lvl1pPr marL="0" indent="0">
              <a:buNone/>
              <a:defRPr sz="1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Title 1">
            <a:extLst>
              <a:ext uri="{FF2B5EF4-FFF2-40B4-BE49-F238E27FC236}">
                <a16:creationId xmlns:a16="http://schemas.microsoft.com/office/drawing/2014/main" id="{A02E750D-F7AB-AB3A-CDC4-C0C420A8D22B}"/>
              </a:ext>
            </a:extLst>
          </p:cNvPr>
          <p:cNvSpPr>
            <a:spLocks noGrp="1"/>
          </p:cNvSpPr>
          <p:nvPr>
            <p:ph type="title" hasCustomPrompt="1"/>
          </p:nvPr>
        </p:nvSpPr>
        <p:spPr>
          <a:xfrm>
            <a:off x="831850" y="4172100"/>
            <a:ext cx="10515600" cy="757130"/>
          </a:xfrm>
          <a:prstGeom prst="rect">
            <a:avLst/>
          </a:prstGeom>
        </p:spPr>
        <p:txBody>
          <a:bodyPr anchor="t" anchorCtr="0">
            <a:spAutoFit/>
          </a:bodyPr>
          <a:lstStyle>
            <a:lvl1pPr>
              <a:defRPr sz="4800">
                <a:solidFill>
                  <a:schemeClr val="bg1"/>
                </a:solidFill>
              </a:defRPr>
            </a:lvl1pPr>
          </a:lstStyle>
          <a:p>
            <a:r>
              <a:rPr lang="en-US" dirty="0" err="1"/>
              <a:t>Põhi-pealkiri</a:t>
            </a:r>
            <a:r>
              <a:rPr lang="en-US" dirty="0"/>
              <a:t>: Calibri 48</a:t>
            </a:r>
            <a:endParaRPr lang="et-EE" dirty="0"/>
          </a:p>
        </p:txBody>
      </p:sp>
    </p:spTree>
    <p:extLst>
      <p:ext uri="{BB962C8B-B14F-4D97-AF65-F5344CB8AC3E}">
        <p14:creationId xmlns:p14="http://schemas.microsoft.com/office/powerpoint/2010/main" val="238267358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troduction">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95675ED-93F5-4F08-1A6E-59BDE02194E8}"/>
              </a:ext>
            </a:extLst>
          </p:cNvPr>
          <p:cNvPicPr>
            <a:picLocks noChangeAspect="1"/>
          </p:cNvPicPr>
          <p:nvPr userDrawn="1"/>
        </p:nvPicPr>
        <p:blipFill>
          <a:blip r:embed="rId2"/>
          <a:stretch>
            <a:fillRect/>
          </a:stretch>
        </p:blipFill>
        <p:spPr>
          <a:xfrm>
            <a:off x="1253" y="0"/>
            <a:ext cx="12189493" cy="6858000"/>
          </a:xfrm>
          <a:prstGeom prst="rect">
            <a:avLst/>
          </a:prstGeom>
        </p:spPr>
      </p:pic>
      <p:sp>
        <p:nvSpPr>
          <p:cNvPr id="2" name="Title 1">
            <a:extLst>
              <a:ext uri="{FF2B5EF4-FFF2-40B4-BE49-F238E27FC236}">
                <a16:creationId xmlns:a16="http://schemas.microsoft.com/office/drawing/2014/main" id="{0670969A-507F-D519-6A27-07B32086F68F}"/>
              </a:ext>
            </a:extLst>
          </p:cNvPr>
          <p:cNvSpPr>
            <a:spLocks noGrp="1"/>
          </p:cNvSpPr>
          <p:nvPr>
            <p:ph type="ctrTitle" hasCustomPrompt="1"/>
          </p:nvPr>
        </p:nvSpPr>
        <p:spPr>
          <a:xfrm>
            <a:off x="6632712" y="683491"/>
            <a:ext cx="5092851" cy="470898"/>
          </a:xfrm>
          <a:prstGeom prst="rect">
            <a:avLst/>
          </a:prstGeom>
        </p:spPr>
        <p:txBody>
          <a:bodyPr wrap="square" lIns="0" tIns="0" rIns="0" bIns="0" anchor="t" anchorCtr="0">
            <a:spAutoFit/>
          </a:bodyPr>
          <a:lstStyle>
            <a:lvl1pPr algn="l">
              <a:defRPr sz="3400">
                <a:solidFill>
                  <a:schemeClr val="accent1"/>
                </a:solidFill>
              </a:defRPr>
            </a:lvl1pPr>
          </a:lstStyle>
          <a:p>
            <a:r>
              <a:rPr lang="en-US" dirty="0" err="1"/>
              <a:t>Pealkiri</a:t>
            </a:r>
            <a:r>
              <a:rPr lang="en-US" dirty="0"/>
              <a:t>: Calibri 30-44</a:t>
            </a:r>
            <a:endParaRPr lang="et-EE" dirty="0"/>
          </a:p>
        </p:txBody>
      </p:sp>
      <p:sp>
        <p:nvSpPr>
          <p:cNvPr id="3" name="Subtitle 2">
            <a:extLst>
              <a:ext uri="{FF2B5EF4-FFF2-40B4-BE49-F238E27FC236}">
                <a16:creationId xmlns:a16="http://schemas.microsoft.com/office/drawing/2014/main" id="{6E7FD6CE-01B6-D7EE-EA13-0626A1FC0EDC}"/>
              </a:ext>
            </a:extLst>
          </p:cNvPr>
          <p:cNvSpPr>
            <a:spLocks noGrp="1"/>
          </p:cNvSpPr>
          <p:nvPr>
            <p:ph type="subTitle" idx="1" hasCustomPrompt="1"/>
          </p:nvPr>
        </p:nvSpPr>
        <p:spPr>
          <a:xfrm>
            <a:off x="6633890" y="1767252"/>
            <a:ext cx="5092849" cy="4201501"/>
          </a:xfrm>
          <a:prstGeom prst="rect">
            <a:avLst/>
          </a:prstGeom>
        </p:spPr>
        <p:txBody>
          <a:bodyPr>
            <a:normAutofit/>
          </a:bodyPr>
          <a:lstStyle>
            <a:lvl1pPr marL="342900" indent="-342900" algn="l">
              <a:buClr>
                <a:schemeClr val="accent1"/>
              </a:buClr>
              <a:buFont typeface="Arial" panose="020B0604020202020204" pitchFamily="34" charset="0"/>
              <a:buChar char="•"/>
              <a:defRPr sz="2400" b="0">
                <a:solidFill>
                  <a:schemeClr val="tx1"/>
                </a:solidFill>
                <a:latin typeface="Calibri Light" panose="020F0302020204030204" pitchFamily="34" charset="0"/>
                <a:cs typeface="Calibri Light" panose="020F03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Sisuteksti</a:t>
            </a:r>
            <a:r>
              <a:rPr lang="en-US" dirty="0"/>
              <a:t> font - “Calibri” </a:t>
            </a:r>
            <a:r>
              <a:rPr lang="en-US" dirty="0" err="1"/>
              <a:t>või</a:t>
            </a:r>
            <a:r>
              <a:rPr lang="en-US" dirty="0"/>
              <a:t> “Calibri light”. </a:t>
            </a:r>
            <a:r>
              <a:rPr lang="en-US" dirty="0" err="1"/>
              <a:t>Suurus</a:t>
            </a:r>
            <a:r>
              <a:rPr lang="en-US" dirty="0"/>
              <a:t> </a:t>
            </a:r>
            <a:r>
              <a:rPr lang="en-US" dirty="0" err="1"/>
              <a:t>võiks</a:t>
            </a:r>
            <a:r>
              <a:rPr lang="en-US" dirty="0"/>
              <a:t> olla </a:t>
            </a:r>
            <a:r>
              <a:rPr lang="en-US" dirty="0" err="1"/>
              <a:t>vahemikus</a:t>
            </a:r>
            <a:r>
              <a:rPr lang="en-US" dirty="0"/>
              <a:t> 16-36 ja </a:t>
            </a:r>
            <a:r>
              <a:rPr lang="en-US" dirty="0" err="1"/>
              <a:t>suuremate</a:t>
            </a:r>
            <a:r>
              <a:rPr lang="en-US" dirty="0"/>
              <a:t> </a:t>
            </a:r>
            <a:r>
              <a:rPr lang="en-US" dirty="0" err="1"/>
              <a:t>suuruste</a:t>
            </a:r>
            <a:r>
              <a:rPr lang="en-US" dirty="0"/>
              <a:t> 24-36 </a:t>
            </a:r>
            <a:r>
              <a:rPr lang="en-US" dirty="0" err="1"/>
              <a:t>puhul</a:t>
            </a:r>
            <a:r>
              <a:rPr lang="en-US" dirty="0"/>
              <a:t> </a:t>
            </a:r>
            <a:r>
              <a:rPr lang="en-US" dirty="0" err="1"/>
              <a:t>soovituslik</a:t>
            </a:r>
            <a:r>
              <a:rPr lang="en-US" dirty="0"/>
              <a:t> “Calibri Light”. </a:t>
            </a:r>
            <a:r>
              <a:rPr lang="en-US" dirty="0" err="1"/>
              <a:t>Sisutekst</a:t>
            </a:r>
            <a:r>
              <a:rPr lang="en-US" dirty="0"/>
              <a:t> peaks </a:t>
            </a:r>
            <a:r>
              <a:rPr lang="en-US" dirty="0" err="1"/>
              <a:t>olema</a:t>
            </a:r>
            <a:r>
              <a:rPr lang="en-US" dirty="0"/>
              <a:t> </a:t>
            </a:r>
            <a:r>
              <a:rPr lang="en-US" dirty="0" err="1"/>
              <a:t>väiksem</a:t>
            </a:r>
            <a:r>
              <a:rPr lang="en-US" dirty="0"/>
              <a:t> </a:t>
            </a:r>
            <a:r>
              <a:rPr lang="en-US" dirty="0" err="1"/>
              <a:t>kui</a:t>
            </a:r>
            <a:r>
              <a:rPr lang="en-US" dirty="0"/>
              <a:t> </a:t>
            </a:r>
            <a:r>
              <a:rPr lang="en-US" dirty="0" err="1"/>
              <a:t>pealkirja</a:t>
            </a:r>
            <a:r>
              <a:rPr lang="en-US" dirty="0"/>
              <a:t> </a:t>
            </a:r>
            <a:r>
              <a:rPr lang="en-US" dirty="0" err="1"/>
              <a:t>tekst</a:t>
            </a:r>
            <a:r>
              <a:rPr lang="en-US" dirty="0"/>
              <a:t>.</a:t>
            </a:r>
            <a:endParaRPr lang="et-EE" dirty="0"/>
          </a:p>
        </p:txBody>
      </p:sp>
      <p:sp>
        <p:nvSpPr>
          <p:cNvPr id="5" name="TextBox 4">
            <a:extLst>
              <a:ext uri="{FF2B5EF4-FFF2-40B4-BE49-F238E27FC236}">
                <a16:creationId xmlns:a16="http://schemas.microsoft.com/office/drawing/2014/main" id="{07667A92-D071-5CD9-18D7-3F6920C37F75}"/>
              </a:ext>
            </a:extLst>
          </p:cNvPr>
          <p:cNvSpPr txBox="1"/>
          <p:nvPr userDrawn="1"/>
        </p:nvSpPr>
        <p:spPr>
          <a:xfrm>
            <a:off x="10943511" y="6441954"/>
            <a:ext cx="782052" cy="246221"/>
          </a:xfrm>
          <a:prstGeom prst="rect">
            <a:avLst/>
          </a:prstGeom>
          <a:noFill/>
        </p:spPr>
        <p:txBody>
          <a:bodyPr wrap="square" rtlCol="0">
            <a:spAutoFit/>
          </a:bodyPr>
          <a:lstStyle/>
          <a:p>
            <a:pPr algn="r"/>
            <a:fld id="{95171491-BEEF-4032-8F91-1E80A83C92CC}" type="slidenum">
              <a:rPr lang="et-EE" sz="1000" smtClean="0"/>
              <a:t>‹#›</a:t>
            </a:fld>
            <a:endParaRPr lang="et-EE" sz="1000" dirty="0"/>
          </a:p>
        </p:txBody>
      </p:sp>
    </p:spTree>
    <p:extLst>
      <p:ext uri="{BB962C8B-B14F-4D97-AF65-F5344CB8AC3E}">
        <p14:creationId xmlns:p14="http://schemas.microsoft.com/office/powerpoint/2010/main" val="335565515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columns">
    <p:bg>
      <p:bgRef idx="1001">
        <a:schemeClr val="bg1"/>
      </p:bgRef>
    </p:bg>
    <p:spTree>
      <p:nvGrpSpPr>
        <p:cNvPr id="1" name=""/>
        <p:cNvGrpSpPr/>
        <p:nvPr/>
      </p:nvGrpSpPr>
      <p:grpSpPr>
        <a:xfrm>
          <a:off x="0" y="0"/>
          <a:ext cx="0" cy="0"/>
          <a:chOff x="0" y="0"/>
          <a:chExt cx="0" cy="0"/>
        </a:xfrm>
      </p:grpSpPr>
      <p:pic>
        <p:nvPicPr>
          <p:cNvPr id="7" name="Picture 6" descr="A picture containing night sky&#10;&#10;Description automatically generated">
            <a:extLst>
              <a:ext uri="{FF2B5EF4-FFF2-40B4-BE49-F238E27FC236}">
                <a16:creationId xmlns:a16="http://schemas.microsoft.com/office/drawing/2014/main" id="{02D5F413-52C4-C085-9AF7-8DBFC0951C08}"/>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Content Placeholder 2">
            <a:extLst>
              <a:ext uri="{FF2B5EF4-FFF2-40B4-BE49-F238E27FC236}">
                <a16:creationId xmlns:a16="http://schemas.microsoft.com/office/drawing/2014/main" id="{1CF5DD61-1504-95D4-88D8-AD49910282E6}"/>
              </a:ext>
            </a:extLst>
          </p:cNvPr>
          <p:cNvSpPr>
            <a:spLocks noGrp="1"/>
          </p:cNvSpPr>
          <p:nvPr>
            <p:ph sz="half" idx="1" hasCustomPrompt="1"/>
          </p:nvPr>
        </p:nvSpPr>
        <p:spPr>
          <a:xfrm>
            <a:off x="655782" y="1825625"/>
            <a:ext cx="5364018" cy="4351338"/>
          </a:xfrm>
          <a:prstGeom prst="rect">
            <a:avLst/>
          </a:prstGeom>
        </p:spPr>
        <p:txBody>
          <a:bodyPr/>
          <a:lstStyle>
            <a:lvl1pPr marL="342900" indent="-342900">
              <a:buFont typeface="Arial" panose="020B0604020202020204" pitchFamily="34" charset="0"/>
              <a:buChar char="•"/>
              <a:defRPr b="0">
                <a:solidFill>
                  <a:schemeClr val="tx1"/>
                </a:solidFill>
              </a:defRPr>
            </a:lvl1pPr>
            <a:lvl2pPr>
              <a:defRPr sz="2000">
                <a:solidFill>
                  <a:schemeClr val="tx2"/>
                </a:solidFill>
              </a:defRPr>
            </a:lvl2pPr>
            <a:lvl3pPr>
              <a:defRPr sz="1800">
                <a:solidFill>
                  <a:schemeClr val="tx2"/>
                </a:solidFill>
              </a:defRPr>
            </a:lvl3pPr>
            <a:lvl4pPr>
              <a:defRPr sz="1800">
                <a:solidFill>
                  <a:schemeClr val="tx2"/>
                </a:solidFill>
              </a:defRPr>
            </a:lvl4pPr>
            <a:lvl5pPr>
              <a:defRPr sz="1800">
                <a:solidFill>
                  <a:schemeClr val="tx2"/>
                </a:solidFill>
              </a:defRPr>
            </a:lvl5pPr>
          </a:lstStyle>
          <a:p>
            <a:r>
              <a:rPr lang="en-US" dirty="0" err="1"/>
              <a:t>Sisuteksti</a:t>
            </a:r>
            <a:r>
              <a:rPr lang="en-US" dirty="0"/>
              <a:t> font - “Calibri” </a:t>
            </a:r>
            <a:r>
              <a:rPr lang="en-US" dirty="0" err="1"/>
              <a:t>või</a:t>
            </a:r>
            <a:r>
              <a:rPr lang="en-US" dirty="0"/>
              <a:t> “Calibri light”. </a:t>
            </a:r>
            <a:r>
              <a:rPr lang="en-US" dirty="0" err="1"/>
              <a:t>Suurus</a:t>
            </a:r>
            <a:r>
              <a:rPr lang="en-US" dirty="0"/>
              <a:t> </a:t>
            </a:r>
            <a:r>
              <a:rPr lang="en-US" dirty="0" err="1"/>
              <a:t>võiks</a:t>
            </a:r>
            <a:r>
              <a:rPr lang="en-US" dirty="0"/>
              <a:t> olla </a:t>
            </a:r>
            <a:r>
              <a:rPr lang="en-US" dirty="0" err="1"/>
              <a:t>vahemikus</a:t>
            </a:r>
            <a:r>
              <a:rPr lang="en-US" dirty="0"/>
              <a:t> 16-36 ja </a:t>
            </a:r>
            <a:r>
              <a:rPr lang="en-US" dirty="0" err="1"/>
              <a:t>suuremate</a:t>
            </a:r>
            <a:r>
              <a:rPr lang="en-US" dirty="0"/>
              <a:t> </a:t>
            </a:r>
            <a:r>
              <a:rPr lang="en-US" dirty="0" err="1"/>
              <a:t>suuruste</a:t>
            </a:r>
            <a:r>
              <a:rPr lang="en-US" dirty="0"/>
              <a:t> 24-36 </a:t>
            </a:r>
            <a:r>
              <a:rPr lang="en-US" dirty="0" err="1"/>
              <a:t>puhul</a:t>
            </a:r>
            <a:r>
              <a:rPr lang="en-US" dirty="0"/>
              <a:t> </a:t>
            </a:r>
            <a:r>
              <a:rPr lang="en-US" dirty="0" err="1"/>
              <a:t>soovituslik</a:t>
            </a:r>
            <a:r>
              <a:rPr lang="en-US" dirty="0"/>
              <a:t> “Calibri Light”. </a:t>
            </a:r>
            <a:r>
              <a:rPr lang="en-US" dirty="0" err="1"/>
              <a:t>Sisutekst</a:t>
            </a:r>
            <a:r>
              <a:rPr lang="en-US" dirty="0"/>
              <a:t> peaks </a:t>
            </a:r>
            <a:r>
              <a:rPr lang="en-US" dirty="0" err="1"/>
              <a:t>olema</a:t>
            </a:r>
            <a:r>
              <a:rPr lang="en-US" dirty="0"/>
              <a:t> </a:t>
            </a:r>
            <a:r>
              <a:rPr lang="en-US" dirty="0" err="1"/>
              <a:t>väiksem</a:t>
            </a:r>
            <a:r>
              <a:rPr lang="en-US" dirty="0"/>
              <a:t> </a:t>
            </a:r>
            <a:r>
              <a:rPr lang="en-US" dirty="0" err="1"/>
              <a:t>kui</a:t>
            </a:r>
            <a:r>
              <a:rPr lang="en-US" dirty="0"/>
              <a:t> </a:t>
            </a:r>
            <a:r>
              <a:rPr lang="en-US" dirty="0" err="1"/>
              <a:t>pealkirja</a:t>
            </a:r>
            <a:r>
              <a:rPr lang="en-US" dirty="0"/>
              <a:t> </a:t>
            </a:r>
            <a:r>
              <a:rPr lang="en-US" dirty="0" err="1"/>
              <a:t>tekst</a:t>
            </a:r>
            <a:r>
              <a:rPr lang="en-US" dirty="0"/>
              <a:t>.</a:t>
            </a:r>
            <a:endParaRPr lang="et-EE" dirty="0"/>
          </a:p>
        </p:txBody>
      </p:sp>
      <p:sp>
        <p:nvSpPr>
          <p:cNvPr id="4" name="Content Placeholder 3">
            <a:extLst>
              <a:ext uri="{FF2B5EF4-FFF2-40B4-BE49-F238E27FC236}">
                <a16:creationId xmlns:a16="http://schemas.microsoft.com/office/drawing/2014/main" id="{5742F3F5-00B1-2050-F3E9-ED5696D0A353}"/>
              </a:ext>
            </a:extLst>
          </p:cNvPr>
          <p:cNvSpPr>
            <a:spLocks noGrp="1"/>
          </p:cNvSpPr>
          <p:nvPr>
            <p:ph sz="half" idx="2" hasCustomPrompt="1"/>
          </p:nvPr>
        </p:nvSpPr>
        <p:spPr>
          <a:xfrm>
            <a:off x="6172200" y="1825625"/>
            <a:ext cx="5181600" cy="4351338"/>
          </a:xfrm>
          <a:prstGeom prst="rect">
            <a:avLst/>
          </a:prstGeom>
        </p:spPr>
        <p:txBody>
          <a:bodyPr/>
          <a:lstStyle>
            <a:lvl1pPr marL="342900" indent="-342900">
              <a:buFont typeface="Arial" panose="020B0604020202020204" pitchFamily="34" charset="0"/>
              <a:buChar char="•"/>
              <a:defRPr b="0">
                <a:solidFill>
                  <a:schemeClr val="tx1"/>
                </a:solidFill>
              </a:defRPr>
            </a:lvl1pPr>
            <a:lvl2pPr>
              <a:defRPr sz="2000">
                <a:solidFill>
                  <a:schemeClr val="tx2"/>
                </a:solidFill>
              </a:defRPr>
            </a:lvl2pPr>
            <a:lvl3pPr>
              <a:defRPr sz="2000">
                <a:solidFill>
                  <a:schemeClr val="tx2"/>
                </a:solidFill>
              </a:defRPr>
            </a:lvl3pPr>
            <a:lvl4pPr>
              <a:defRPr sz="1800">
                <a:solidFill>
                  <a:schemeClr val="tx2"/>
                </a:solidFill>
              </a:defRPr>
            </a:lvl4pPr>
            <a:lvl5pPr>
              <a:defRPr sz="1800">
                <a:solidFill>
                  <a:schemeClr val="tx2"/>
                </a:solidFill>
              </a:defRPr>
            </a:lvl5pPr>
          </a:lstStyle>
          <a:p>
            <a:r>
              <a:rPr lang="en-US" dirty="0" err="1"/>
              <a:t>Sisuteksti</a:t>
            </a:r>
            <a:r>
              <a:rPr lang="en-US" dirty="0"/>
              <a:t> font - “Calibri” </a:t>
            </a:r>
            <a:r>
              <a:rPr lang="en-US" dirty="0" err="1"/>
              <a:t>või</a:t>
            </a:r>
            <a:r>
              <a:rPr lang="en-US" dirty="0"/>
              <a:t> “Calibri light”. </a:t>
            </a:r>
            <a:r>
              <a:rPr lang="en-US" dirty="0" err="1"/>
              <a:t>Suurus</a:t>
            </a:r>
            <a:r>
              <a:rPr lang="en-US" dirty="0"/>
              <a:t> </a:t>
            </a:r>
            <a:r>
              <a:rPr lang="en-US" dirty="0" err="1"/>
              <a:t>võiks</a:t>
            </a:r>
            <a:r>
              <a:rPr lang="en-US" dirty="0"/>
              <a:t> olla </a:t>
            </a:r>
            <a:r>
              <a:rPr lang="en-US" dirty="0" err="1"/>
              <a:t>vahemikus</a:t>
            </a:r>
            <a:r>
              <a:rPr lang="en-US" dirty="0"/>
              <a:t> 16-36 ja </a:t>
            </a:r>
            <a:r>
              <a:rPr lang="en-US" dirty="0" err="1"/>
              <a:t>suuremate</a:t>
            </a:r>
            <a:r>
              <a:rPr lang="en-US" dirty="0"/>
              <a:t> </a:t>
            </a:r>
            <a:r>
              <a:rPr lang="en-US" dirty="0" err="1"/>
              <a:t>suuruste</a:t>
            </a:r>
            <a:r>
              <a:rPr lang="en-US" dirty="0"/>
              <a:t> 24-36 </a:t>
            </a:r>
            <a:r>
              <a:rPr lang="en-US" dirty="0" err="1"/>
              <a:t>puhul</a:t>
            </a:r>
            <a:r>
              <a:rPr lang="en-US" dirty="0"/>
              <a:t> </a:t>
            </a:r>
            <a:r>
              <a:rPr lang="en-US" dirty="0" err="1"/>
              <a:t>soovituslik</a:t>
            </a:r>
            <a:r>
              <a:rPr lang="en-US" dirty="0"/>
              <a:t> “Calibri Light”. </a:t>
            </a:r>
            <a:r>
              <a:rPr lang="en-US" dirty="0" err="1"/>
              <a:t>Sisutekst</a:t>
            </a:r>
            <a:r>
              <a:rPr lang="en-US" dirty="0"/>
              <a:t> peaks </a:t>
            </a:r>
            <a:r>
              <a:rPr lang="en-US" dirty="0" err="1"/>
              <a:t>olema</a:t>
            </a:r>
            <a:r>
              <a:rPr lang="en-US" dirty="0"/>
              <a:t> </a:t>
            </a:r>
            <a:r>
              <a:rPr lang="en-US" dirty="0" err="1"/>
              <a:t>väiksem</a:t>
            </a:r>
            <a:r>
              <a:rPr lang="en-US" dirty="0"/>
              <a:t> </a:t>
            </a:r>
            <a:r>
              <a:rPr lang="en-US" dirty="0" err="1"/>
              <a:t>kui</a:t>
            </a:r>
            <a:r>
              <a:rPr lang="en-US" dirty="0"/>
              <a:t> </a:t>
            </a:r>
            <a:r>
              <a:rPr lang="en-US" dirty="0" err="1"/>
              <a:t>pealkirja</a:t>
            </a:r>
            <a:r>
              <a:rPr lang="en-US" dirty="0"/>
              <a:t> </a:t>
            </a:r>
            <a:r>
              <a:rPr lang="en-US" dirty="0" err="1"/>
              <a:t>tekst</a:t>
            </a:r>
            <a:r>
              <a:rPr lang="en-US" dirty="0"/>
              <a:t>.</a:t>
            </a:r>
            <a:endParaRPr lang="et-EE" dirty="0"/>
          </a:p>
        </p:txBody>
      </p:sp>
      <p:pic>
        <p:nvPicPr>
          <p:cNvPr id="2" name="Graphic 1">
            <a:extLst>
              <a:ext uri="{FF2B5EF4-FFF2-40B4-BE49-F238E27FC236}">
                <a16:creationId xmlns:a16="http://schemas.microsoft.com/office/drawing/2014/main" id="{EFB1AA9E-474F-9586-BC22-7DAFEEB04D3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65721" y="6336472"/>
            <a:ext cx="1143000" cy="409575"/>
          </a:xfrm>
          <a:prstGeom prst="rect">
            <a:avLst/>
          </a:prstGeom>
        </p:spPr>
      </p:pic>
      <p:sp>
        <p:nvSpPr>
          <p:cNvPr id="6" name="Title 7">
            <a:extLst>
              <a:ext uri="{FF2B5EF4-FFF2-40B4-BE49-F238E27FC236}">
                <a16:creationId xmlns:a16="http://schemas.microsoft.com/office/drawing/2014/main" id="{A7CAD419-1F4F-0547-EB7B-AEAEBF2663FB}"/>
              </a:ext>
            </a:extLst>
          </p:cNvPr>
          <p:cNvSpPr>
            <a:spLocks noGrp="1"/>
          </p:cNvSpPr>
          <p:nvPr>
            <p:ph type="title" hasCustomPrompt="1"/>
          </p:nvPr>
        </p:nvSpPr>
        <p:spPr>
          <a:xfrm>
            <a:off x="655782" y="365125"/>
            <a:ext cx="10698018" cy="1325563"/>
          </a:xfrm>
          <a:prstGeom prst="rect">
            <a:avLst/>
          </a:prstGeom>
        </p:spPr>
        <p:txBody>
          <a:bodyPr anchor="t"/>
          <a:lstStyle>
            <a:lvl1pPr>
              <a:defRPr sz="3400" b="1">
                <a:solidFill>
                  <a:schemeClr val="tx1"/>
                </a:solidFill>
              </a:defRPr>
            </a:lvl1pPr>
          </a:lstStyle>
          <a:p>
            <a:r>
              <a:rPr lang="en-US" dirty="0" err="1"/>
              <a:t>Pealkiri</a:t>
            </a:r>
            <a:r>
              <a:rPr lang="en-US" dirty="0"/>
              <a:t>: Calibri 30-44</a:t>
            </a:r>
            <a:endParaRPr lang="et-EE" dirty="0"/>
          </a:p>
        </p:txBody>
      </p:sp>
      <p:sp>
        <p:nvSpPr>
          <p:cNvPr id="5" name="TextBox 4">
            <a:extLst>
              <a:ext uri="{FF2B5EF4-FFF2-40B4-BE49-F238E27FC236}">
                <a16:creationId xmlns:a16="http://schemas.microsoft.com/office/drawing/2014/main" id="{7D2E4F9B-A631-C887-452A-F8F9ECED4131}"/>
              </a:ext>
            </a:extLst>
          </p:cNvPr>
          <p:cNvSpPr txBox="1"/>
          <p:nvPr userDrawn="1"/>
        </p:nvSpPr>
        <p:spPr>
          <a:xfrm>
            <a:off x="10943511" y="6441954"/>
            <a:ext cx="782052" cy="246221"/>
          </a:xfrm>
          <a:prstGeom prst="rect">
            <a:avLst/>
          </a:prstGeom>
          <a:noFill/>
        </p:spPr>
        <p:txBody>
          <a:bodyPr wrap="square" rtlCol="0">
            <a:spAutoFit/>
          </a:bodyPr>
          <a:lstStyle/>
          <a:p>
            <a:pPr algn="r"/>
            <a:fld id="{95171491-BEEF-4032-8F91-1E80A83C92CC}" type="slidenum">
              <a:rPr lang="et-EE" sz="1000" smtClean="0"/>
              <a:t>‹#›</a:t>
            </a:fld>
            <a:endParaRPr lang="et-EE" sz="1000" dirty="0"/>
          </a:p>
        </p:txBody>
      </p:sp>
    </p:spTree>
    <p:extLst>
      <p:ext uri="{BB962C8B-B14F-4D97-AF65-F5344CB8AC3E}">
        <p14:creationId xmlns:p14="http://schemas.microsoft.com/office/powerpoint/2010/main" val="43274615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0" userDrawn="1">
          <p15:clr>
            <a:srgbClr val="FBAE40"/>
          </p15:clr>
        </p15:guide>
        <p15:guide id="2" orient="horz" pos="277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_column+picture">
    <p:bg>
      <p:bgRef idx="1001">
        <a:schemeClr val="bg1"/>
      </p:bgRef>
    </p:bg>
    <p:spTree>
      <p:nvGrpSpPr>
        <p:cNvPr id="1" name=""/>
        <p:cNvGrpSpPr/>
        <p:nvPr/>
      </p:nvGrpSpPr>
      <p:grpSpPr>
        <a:xfrm>
          <a:off x="0" y="0"/>
          <a:ext cx="0" cy="0"/>
          <a:chOff x="0" y="0"/>
          <a:chExt cx="0" cy="0"/>
        </a:xfrm>
      </p:grpSpPr>
      <p:pic>
        <p:nvPicPr>
          <p:cNvPr id="7" name="Picture 6" descr="A picture containing night sky&#10;&#10;Description automatically generated">
            <a:extLst>
              <a:ext uri="{FF2B5EF4-FFF2-40B4-BE49-F238E27FC236}">
                <a16:creationId xmlns:a16="http://schemas.microsoft.com/office/drawing/2014/main" id="{02D5F413-52C4-C085-9AF7-8DBFC0951C08}"/>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7" name="Graphic 76">
            <a:extLst>
              <a:ext uri="{FF2B5EF4-FFF2-40B4-BE49-F238E27FC236}">
                <a16:creationId xmlns:a16="http://schemas.microsoft.com/office/drawing/2014/main" id="{4A8F41FA-7389-939A-5D13-B0D8452D782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65721" y="6336472"/>
            <a:ext cx="1143000" cy="409575"/>
          </a:xfrm>
          <a:prstGeom prst="rect">
            <a:avLst/>
          </a:prstGeom>
        </p:spPr>
      </p:pic>
      <p:sp>
        <p:nvSpPr>
          <p:cNvPr id="3" name="Content Placeholder 2">
            <a:extLst>
              <a:ext uri="{FF2B5EF4-FFF2-40B4-BE49-F238E27FC236}">
                <a16:creationId xmlns:a16="http://schemas.microsoft.com/office/drawing/2014/main" id="{1CF5DD61-1504-95D4-88D8-AD49910282E6}"/>
              </a:ext>
            </a:extLst>
          </p:cNvPr>
          <p:cNvSpPr>
            <a:spLocks noGrp="1"/>
          </p:cNvSpPr>
          <p:nvPr>
            <p:ph sz="half" idx="1" hasCustomPrompt="1"/>
          </p:nvPr>
        </p:nvSpPr>
        <p:spPr>
          <a:xfrm>
            <a:off x="655782" y="1825625"/>
            <a:ext cx="5364018" cy="4351338"/>
          </a:xfrm>
          <a:prstGeom prst="rect">
            <a:avLst/>
          </a:prstGeom>
        </p:spPr>
        <p:txBody>
          <a:bodyPr/>
          <a:lstStyle>
            <a:lvl1pPr marL="342900" indent="-342900">
              <a:buFont typeface="Arial" panose="020B0604020202020204" pitchFamily="34" charset="0"/>
              <a:buChar char="•"/>
              <a:defRPr b="0">
                <a:solidFill>
                  <a:schemeClr val="tx1"/>
                </a:solidFill>
              </a:defRPr>
            </a:lvl1pPr>
            <a:lvl2pPr>
              <a:defRPr sz="2000">
                <a:solidFill>
                  <a:schemeClr val="tx2"/>
                </a:solidFill>
              </a:defRPr>
            </a:lvl2pPr>
            <a:lvl3pPr>
              <a:defRPr sz="2000">
                <a:solidFill>
                  <a:schemeClr val="tx2"/>
                </a:solidFill>
              </a:defRPr>
            </a:lvl3pPr>
            <a:lvl4pPr>
              <a:defRPr sz="1800">
                <a:solidFill>
                  <a:schemeClr val="tx2"/>
                </a:solidFill>
              </a:defRPr>
            </a:lvl4pPr>
            <a:lvl5pPr>
              <a:defRPr sz="1800">
                <a:solidFill>
                  <a:schemeClr val="tx2"/>
                </a:solidFill>
              </a:defRPr>
            </a:lvl5pPr>
          </a:lstStyle>
          <a:p>
            <a:r>
              <a:rPr lang="en-US" dirty="0" err="1"/>
              <a:t>Sisuteksti</a:t>
            </a:r>
            <a:r>
              <a:rPr lang="en-US" dirty="0"/>
              <a:t> font - “Calibri” </a:t>
            </a:r>
            <a:r>
              <a:rPr lang="en-US" dirty="0" err="1"/>
              <a:t>või</a:t>
            </a:r>
            <a:r>
              <a:rPr lang="en-US" dirty="0"/>
              <a:t> “Calibri light”. </a:t>
            </a:r>
            <a:r>
              <a:rPr lang="en-US" dirty="0" err="1"/>
              <a:t>Suurus</a:t>
            </a:r>
            <a:r>
              <a:rPr lang="en-US" dirty="0"/>
              <a:t> </a:t>
            </a:r>
            <a:r>
              <a:rPr lang="en-US" dirty="0" err="1"/>
              <a:t>võiks</a:t>
            </a:r>
            <a:r>
              <a:rPr lang="en-US" dirty="0"/>
              <a:t> olla </a:t>
            </a:r>
            <a:r>
              <a:rPr lang="en-US" dirty="0" err="1"/>
              <a:t>vahemikus</a:t>
            </a:r>
            <a:r>
              <a:rPr lang="en-US" dirty="0"/>
              <a:t> 16-36 ja </a:t>
            </a:r>
            <a:r>
              <a:rPr lang="en-US" dirty="0" err="1"/>
              <a:t>suuremate</a:t>
            </a:r>
            <a:r>
              <a:rPr lang="en-US" dirty="0"/>
              <a:t> </a:t>
            </a:r>
            <a:r>
              <a:rPr lang="en-US" dirty="0" err="1"/>
              <a:t>suuruste</a:t>
            </a:r>
            <a:r>
              <a:rPr lang="en-US" dirty="0"/>
              <a:t> 24-36 </a:t>
            </a:r>
            <a:r>
              <a:rPr lang="en-US" dirty="0" err="1"/>
              <a:t>puhul</a:t>
            </a:r>
            <a:r>
              <a:rPr lang="en-US" dirty="0"/>
              <a:t> </a:t>
            </a:r>
            <a:r>
              <a:rPr lang="en-US" dirty="0" err="1"/>
              <a:t>soovituslik</a:t>
            </a:r>
            <a:r>
              <a:rPr lang="en-US" dirty="0"/>
              <a:t> “Calibri Light”. </a:t>
            </a:r>
            <a:r>
              <a:rPr lang="en-US" dirty="0" err="1"/>
              <a:t>Sisutekst</a:t>
            </a:r>
            <a:r>
              <a:rPr lang="en-US" dirty="0"/>
              <a:t> peaks </a:t>
            </a:r>
            <a:r>
              <a:rPr lang="en-US" dirty="0" err="1"/>
              <a:t>olema</a:t>
            </a:r>
            <a:r>
              <a:rPr lang="en-US" dirty="0"/>
              <a:t> </a:t>
            </a:r>
            <a:r>
              <a:rPr lang="en-US" dirty="0" err="1"/>
              <a:t>väiksem</a:t>
            </a:r>
            <a:r>
              <a:rPr lang="en-US" dirty="0"/>
              <a:t> </a:t>
            </a:r>
            <a:r>
              <a:rPr lang="en-US" dirty="0" err="1"/>
              <a:t>kui</a:t>
            </a:r>
            <a:r>
              <a:rPr lang="en-US" dirty="0"/>
              <a:t> </a:t>
            </a:r>
            <a:r>
              <a:rPr lang="en-US" dirty="0" err="1"/>
              <a:t>pealkirja</a:t>
            </a:r>
            <a:r>
              <a:rPr lang="en-US" dirty="0"/>
              <a:t> </a:t>
            </a:r>
            <a:r>
              <a:rPr lang="en-US" dirty="0" err="1"/>
              <a:t>tekst</a:t>
            </a:r>
            <a:r>
              <a:rPr lang="en-US" dirty="0"/>
              <a:t>.</a:t>
            </a:r>
            <a:endParaRPr lang="et-EE" dirty="0"/>
          </a:p>
        </p:txBody>
      </p:sp>
      <p:sp>
        <p:nvSpPr>
          <p:cNvPr id="6" name="Picture Placeholder 5">
            <a:extLst>
              <a:ext uri="{FF2B5EF4-FFF2-40B4-BE49-F238E27FC236}">
                <a16:creationId xmlns:a16="http://schemas.microsoft.com/office/drawing/2014/main" id="{3A478A47-4B62-2EC3-32B3-F7FF17A0420F}"/>
              </a:ext>
            </a:extLst>
          </p:cNvPr>
          <p:cNvSpPr>
            <a:spLocks noGrp="1"/>
          </p:cNvSpPr>
          <p:nvPr>
            <p:ph type="pic" sz="quarter" idx="10"/>
          </p:nvPr>
        </p:nvSpPr>
        <p:spPr>
          <a:xfrm>
            <a:off x="6172199" y="1825625"/>
            <a:ext cx="5181599" cy="4351338"/>
          </a:xfrm>
          <a:prstGeom prst="rect">
            <a:avLst/>
          </a:prstGeom>
        </p:spPr>
        <p:txBody>
          <a:bodyPr/>
          <a:lstStyle/>
          <a:p>
            <a:r>
              <a:rPr lang="en-GB"/>
              <a:t>Click icon to add picture</a:t>
            </a:r>
            <a:endParaRPr lang="et-EE" dirty="0"/>
          </a:p>
        </p:txBody>
      </p:sp>
      <p:sp>
        <p:nvSpPr>
          <p:cNvPr id="11" name="Title 7">
            <a:extLst>
              <a:ext uri="{FF2B5EF4-FFF2-40B4-BE49-F238E27FC236}">
                <a16:creationId xmlns:a16="http://schemas.microsoft.com/office/drawing/2014/main" id="{2CDA5E3D-D86E-8B54-2053-EC080ADBE70E}"/>
              </a:ext>
            </a:extLst>
          </p:cNvPr>
          <p:cNvSpPr>
            <a:spLocks noGrp="1"/>
          </p:cNvSpPr>
          <p:nvPr>
            <p:ph type="title" hasCustomPrompt="1"/>
          </p:nvPr>
        </p:nvSpPr>
        <p:spPr>
          <a:xfrm>
            <a:off x="655782" y="365125"/>
            <a:ext cx="10698018" cy="1325563"/>
          </a:xfrm>
          <a:prstGeom prst="rect">
            <a:avLst/>
          </a:prstGeom>
        </p:spPr>
        <p:txBody>
          <a:bodyPr anchor="t"/>
          <a:lstStyle>
            <a:lvl1pPr>
              <a:defRPr sz="3400" b="1">
                <a:solidFill>
                  <a:schemeClr val="tx1"/>
                </a:solidFill>
              </a:defRPr>
            </a:lvl1pPr>
          </a:lstStyle>
          <a:p>
            <a:r>
              <a:rPr lang="en-US" dirty="0" err="1"/>
              <a:t>Pealkiri</a:t>
            </a:r>
            <a:r>
              <a:rPr lang="en-US" dirty="0"/>
              <a:t>: Calibri 30-44</a:t>
            </a:r>
            <a:endParaRPr lang="et-EE" dirty="0"/>
          </a:p>
        </p:txBody>
      </p:sp>
      <p:sp>
        <p:nvSpPr>
          <p:cNvPr id="10" name="Text Placeholder 9">
            <a:extLst>
              <a:ext uri="{FF2B5EF4-FFF2-40B4-BE49-F238E27FC236}">
                <a16:creationId xmlns:a16="http://schemas.microsoft.com/office/drawing/2014/main" id="{BFA8CA80-B080-13B3-DBB2-F48DE856F0A9}"/>
              </a:ext>
            </a:extLst>
          </p:cNvPr>
          <p:cNvSpPr>
            <a:spLocks noGrp="1"/>
          </p:cNvSpPr>
          <p:nvPr>
            <p:ph type="body" sz="quarter" idx="11" hasCustomPrompt="1"/>
          </p:nvPr>
        </p:nvSpPr>
        <p:spPr>
          <a:xfrm>
            <a:off x="6172200" y="6335713"/>
            <a:ext cx="5181600" cy="323850"/>
          </a:xfrm>
          <a:prstGeom prst="rect">
            <a:avLst/>
          </a:prstGeom>
        </p:spPr>
        <p:txBody>
          <a:bodyPr/>
          <a:lstStyle>
            <a:lvl1pPr>
              <a:defRPr sz="1200" b="0" i="1">
                <a:solidFill>
                  <a:schemeClr val="tx1"/>
                </a:solidFill>
              </a:defRPr>
            </a:lvl1pPr>
            <a:lvl2pPr>
              <a:defRPr sz="1000" i="1">
                <a:solidFill>
                  <a:schemeClr val="tx1"/>
                </a:solidFill>
              </a:defRPr>
            </a:lvl2pPr>
            <a:lvl3pPr>
              <a:defRPr sz="1000" i="1">
                <a:solidFill>
                  <a:schemeClr val="tx1"/>
                </a:solidFill>
              </a:defRPr>
            </a:lvl3pPr>
            <a:lvl4pPr>
              <a:defRPr sz="1000" i="1">
                <a:solidFill>
                  <a:schemeClr val="tx1"/>
                </a:solidFill>
              </a:defRPr>
            </a:lvl4pPr>
            <a:lvl5pPr>
              <a:defRPr sz="1000" i="1">
                <a:solidFill>
                  <a:schemeClr val="tx1"/>
                </a:solidFill>
              </a:defRPr>
            </a:lvl5pPr>
          </a:lstStyle>
          <a:p>
            <a:pPr lvl="0"/>
            <a:r>
              <a:rPr lang="it-IT" dirty="0"/>
              <a:t>Pildi viide– “Calibri italic” või “Calibri light italic”. 10-13 pt</a:t>
            </a:r>
          </a:p>
        </p:txBody>
      </p:sp>
      <p:sp>
        <p:nvSpPr>
          <p:cNvPr id="2" name="TextBox 1">
            <a:extLst>
              <a:ext uri="{FF2B5EF4-FFF2-40B4-BE49-F238E27FC236}">
                <a16:creationId xmlns:a16="http://schemas.microsoft.com/office/drawing/2014/main" id="{06EB7420-3439-A165-D94D-7109348CAFAA}"/>
              </a:ext>
            </a:extLst>
          </p:cNvPr>
          <p:cNvSpPr txBox="1"/>
          <p:nvPr userDrawn="1"/>
        </p:nvSpPr>
        <p:spPr>
          <a:xfrm>
            <a:off x="10943511" y="6441954"/>
            <a:ext cx="782052" cy="246221"/>
          </a:xfrm>
          <a:prstGeom prst="rect">
            <a:avLst/>
          </a:prstGeom>
          <a:noFill/>
        </p:spPr>
        <p:txBody>
          <a:bodyPr wrap="square" rtlCol="0">
            <a:spAutoFit/>
          </a:bodyPr>
          <a:lstStyle/>
          <a:p>
            <a:pPr algn="r"/>
            <a:fld id="{95171491-BEEF-4032-8F91-1E80A83C92CC}" type="slidenum">
              <a:rPr lang="et-EE" sz="1000" smtClean="0"/>
              <a:t>‹#›</a:t>
            </a:fld>
            <a:endParaRPr lang="et-EE" sz="1000" dirty="0"/>
          </a:p>
        </p:txBody>
      </p:sp>
    </p:spTree>
    <p:extLst>
      <p:ext uri="{BB962C8B-B14F-4D97-AF65-F5344CB8AC3E}">
        <p14:creationId xmlns:p14="http://schemas.microsoft.com/office/powerpoint/2010/main" val="36819041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0" userDrawn="1">
          <p15:clr>
            <a:srgbClr val="FBAE40"/>
          </p15:clr>
        </p15:guide>
        <p15:guide id="2" orient="horz" pos="277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ext_column+picture">
    <p:bg>
      <p:bgRef idx="1001">
        <a:schemeClr val="bg1"/>
      </p:bgRef>
    </p:bg>
    <p:spTree>
      <p:nvGrpSpPr>
        <p:cNvPr id="1" name=""/>
        <p:cNvGrpSpPr/>
        <p:nvPr/>
      </p:nvGrpSpPr>
      <p:grpSpPr>
        <a:xfrm>
          <a:off x="0" y="0"/>
          <a:ext cx="0" cy="0"/>
          <a:chOff x="0" y="0"/>
          <a:chExt cx="0" cy="0"/>
        </a:xfrm>
      </p:grpSpPr>
      <p:pic>
        <p:nvPicPr>
          <p:cNvPr id="7" name="Picture 6" descr="A picture containing night sky&#10;&#10;Description automatically generated">
            <a:extLst>
              <a:ext uri="{FF2B5EF4-FFF2-40B4-BE49-F238E27FC236}">
                <a16:creationId xmlns:a16="http://schemas.microsoft.com/office/drawing/2014/main" id="{02D5F413-52C4-C085-9AF7-8DBFC0951C08}"/>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7" name="Graphic 76">
            <a:extLst>
              <a:ext uri="{FF2B5EF4-FFF2-40B4-BE49-F238E27FC236}">
                <a16:creationId xmlns:a16="http://schemas.microsoft.com/office/drawing/2014/main" id="{4A8F41FA-7389-939A-5D13-B0D8452D782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65721" y="6336472"/>
            <a:ext cx="1143000" cy="409575"/>
          </a:xfrm>
          <a:prstGeom prst="rect">
            <a:avLst/>
          </a:prstGeom>
        </p:spPr>
      </p:pic>
      <p:sp>
        <p:nvSpPr>
          <p:cNvPr id="3" name="Content Placeholder 2">
            <a:extLst>
              <a:ext uri="{FF2B5EF4-FFF2-40B4-BE49-F238E27FC236}">
                <a16:creationId xmlns:a16="http://schemas.microsoft.com/office/drawing/2014/main" id="{1CF5DD61-1504-95D4-88D8-AD49910282E6}"/>
              </a:ext>
            </a:extLst>
          </p:cNvPr>
          <p:cNvSpPr>
            <a:spLocks noGrp="1"/>
          </p:cNvSpPr>
          <p:nvPr>
            <p:ph sz="half" idx="1" hasCustomPrompt="1"/>
          </p:nvPr>
        </p:nvSpPr>
        <p:spPr>
          <a:xfrm>
            <a:off x="655782" y="1825625"/>
            <a:ext cx="5364018" cy="4351338"/>
          </a:xfrm>
          <a:prstGeom prst="rect">
            <a:avLst/>
          </a:prstGeom>
        </p:spPr>
        <p:txBody>
          <a:bodyPr/>
          <a:lstStyle>
            <a:lvl1pPr marL="342900" indent="-342900">
              <a:buFont typeface="Arial" panose="020B0604020202020204" pitchFamily="34" charset="0"/>
              <a:buChar char="•"/>
              <a:defRPr b="0">
                <a:solidFill>
                  <a:schemeClr val="tx1"/>
                </a:solidFill>
              </a:defRPr>
            </a:lvl1pPr>
            <a:lvl2pPr>
              <a:defRPr sz="2000">
                <a:solidFill>
                  <a:schemeClr val="tx2"/>
                </a:solidFill>
              </a:defRPr>
            </a:lvl2pPr>
            <a:lvl3pPr>
              <a:defRPr sz="2000">
                <a:solidFill>
                  <a:schemeClr val="tx2"/>
                </a:solidFill>
              </a:defRPr>
            </a:lvl3pPr>
            <a:lvl4pPr>
              <a:defRPr sz="1800">
                <a:solidFill>
                  <a:schemeClr val="tx2"/>
                </a:solidFill>
              </a:defRPr>
            </a:lvl4pPr>
            <a:lvl5pPr>
              <a:defRPr sz="1800">
                <a:solidFill>
                  <a:schemeClr val="tx2"/>
                </a:solidFill>
              </a:defRPr>
            </a:lvl5pPr>
          </a:lstStyle>
          <a:p>
            <a:r>
              <a:rPr lang="en-US" dirty="0" err="1"/>
              <a:t>Sisuteksti</a:t>
            </a:r>
            <a:r>
              <a:rPr lang="en-US" dirty="0"/>
              <a:t> font - “Calibri” </a:t>
            </a:r>
            <a:r>
              <a:rPr lang="en-US" dirty="0" err="1"/>
              <a:t>või</a:t>
            </a:r>
            <a:r>
              <a:rPr lang="en-US" dirty="0"/>
              <a:t> “Calibri light”. </a:t>
            </a:r>
            <a:r>
              <a:rPr lang="en-US" dirty="0" err="1"/>
              <a:t>Suurus</a:t>
            </a:r>
            <a:r>
              <a:rPr lang="en-US" dirty="0"/>
              <a:t> </a:t>
            </a:r>
            <a:r>
              <a:rPr lang="en-US" dirty="0" err="1"/>
              <a:t>võiks</a:t>
            </a:r>
            <a:r>
              <a:rPr lang="en-US" dirty="0"/>
              <a:t> olla </a:t>
            </a:r>
            <a:r>
              <a:rPr lang="en-US" dirty="0" err="1"/>
              <a:t>vahemikus</a:t>
            </a:r>
            <a:r>
              <a:rPr lang="en-US" dirty="0"/>
              <a:t> 16-36 ja </a:t>
            </a:r>
            <a:r>
              <a:rPr lang="en-US" dirty="0" err="1"/>
              <a:t>suuremate</a:t>
            </a:r>
            <a:r>
              <a:rPr lang="en-US" dirty="0"/>
              <a:t> </a:t>
            </a:r>
            <a:r>
              <a:rPr lang="en-US" dirty="0" err="1"/>
              <a:t>suuruste</a:t>
            </a:r>
            <a:r>
              <a:rPr lang="en-US" dirty="0"/>
              <a:t> 24-36 </a:t>
            </a:r>
            <a:r>
              <a:rPr lang="en-US" dirty="0" err="1"/>
              <a:t>puhul</a:t>
            </a:r>
            <a:r>
              <a:rPr lang="en-US" dirty="0"/>
              <a:t> </a:t>
            </a:r>
            <a:r>
              <a:rPr lang="en-US" dirty="0" err="1"/>
              <a:t>soovituslik</a:t>
            </a:r>
            <a:r>
              <a:rPr lang="en-US" dirty="0"/>
              <a:t> “Calibri Light”. </a:t>
            </a:r>
            <a:r>
              <a:rPr lang="en-US" dirty="0" err="1"/>
              <a:t>Sisutekst</a:t>
            </a:r>
            <a:r>
              <a:rPr lang="en-US" dirty="0"/>
              <a:t> peaks </a:t>
            </a:r>
            <a:r>
              <a:rPr lang="en-US" dirty="0" err="1"/>
              <a:t>olema</a:t>
            </a:r>
            <a:r>
              <a:rPr lang="en-US" dirty="0"/>
              <a:t> </a:t>
            </a:r>
            <a:r>
              <a:rPr lang="en-US" dirty="0" err="1"/>
              <a:t>väiksem</a:t>
            </a:r>
            <a:r>
              <a:rPr lang="en-US" dirty="0"/>
              <a:t> </a:t>
            </a:r>
            <a:r>
              <a:rPr lang="en-US" dirty="0" err="1"/>
              <a:t>kui</a:t>
            </a:r>
            <a:r>
              <a:rPr lang="en-US" dirty="0"/>
              <a:t> </a:t>
            </a:r>
            <a:r>
              <a:rPr lang="en-US" dirty="0" err="1"/>
              <a:t>pealkirja</a:t>
            </a:r>
            <a:r>
              <a:rPr lang="en-US" dirty="0"/>
              <a:t> </a:t>
            </a:r>
            <a:r>
              <a:rPr lang="en-US" dirty="0" err="1"/>
              <a:t>tekst</a:t>
            </a:r>
            <a:r>
              <a:rPr lang="en-US" dirty="0"/>
              <a:t>.</a:t>
            </a:r>
            <a:endParaRPr lang="et-EE" dirty="0"/>
          </a:p>
        </p:txBody>
      </p:sp>
      <p:sp>
        <p:nvSpPr>
          <p:cNvPr id="11" name="Title 7">
            <a:extLst>
              <a:ext uri="{FF2B5EF4-FFF2-40B4-BE49-F238E27FC236}">
                <a16:creationId xmlns:a16="http://schemas.microsoft.com/office/drawing/2014/main" id="{2CDA5E3D-D86E-8B54-2053-EC080ADBE70E}"/>
              </a:ext>
            </a:extLst>
          </p:cNvPr>
          <p:cNvSpPr>
            <a:spLocks noGrp="1"/>
          </p:cNvSpPr>
          <p:nvPr>
            <p:ph type="title" hasCustomPrompt="1"/>
          </p:nvPr>
        </p:nvSpPr>
        <p:spPr>
          <a:xfrm>
            <a:off x="655782" y="365125"/>
            <a:ext cx="10698018" cy="1325563"/>
          </a:xfrm>
          <a:prstGeom prst="rect">
            <a:avLst/>
          </a:prstGeom>
        </p:spPr>
        <p:txBody>
          <a:bodyPr anchor="t"/>
          <a:lstStyle>
            <a:lvl1pPr>
              <a:defRPr sz="3400" b="1">
                <a:solidFill>
                  <a:schemeClr val="tx1"/>
                </a:solidFill>
              </a:defRPr>
            </a:lvl1pPr>
          </a:lstStyle>
          <a:p>
            <a:r>
              <a:rPr lang="en-US" dirty="0" err="1"/>
              <a:t>Pealkiri</a:t>
            </a:r>
            <a:r>
              <a:rPr lang="en-US" dirty="0"/>
              <a:t>: Calibri 30-44</a:t>
            </a:r>
            <a:endParaRPr lang="et-EE" dirty="0"/>
          </a:p>
        </p:txBody>
      </p:sp>
      <p:sp>
        <p:nvSpPr>
          <p:cNvPr id="2" name="TextBox 1">
            <a:extLst>
              <a:ext uri="{FF2B5EF4-FFF2-40B4-BE49-F238E27FC236}">
                <a16:creationId xmlns:a16="http://schemas.microsoft.com/office/drawing/2014/main" id="{49310FB0-7DF8-8E4C-C284-4D5A805E14B0}"/>
              </a:ext>
            </a:extLst>
          </p:cNvPr>
          <p:cNvSpPr txBox="1"/>
          <p:nvPr userDrawn="1"/>
        </p:nvSpPr>
        <p:spPr>
          <a:xfrm>
            <a:off x="10943511" y="6441954"/>
            <a:ext cx="782052" cy="246221"/>
          </a:xfrm>
          <a:prstGeom prst="rect">
            <a:avLst/>
          </a:prstGeom>
          <a:noFill/>
        </p:spPr>
        <p:txBody>
          <a:bodyPr wrap="square" rtlCol="0">
            <a:spAutoFit/>
          </a:bodyPr>
          <a:lstStyle/>
          <a:p>
            <a:pPr algn="r"/>
            <a:fld id="{95171491-BEEF-4032-8F91-1E80A83C92CC}" type="slidenum">
              <a:rPr lang="et-EE" sz="1000" smtClean="0"/>
              <a:t>‹#›</a:t>
            </a:fld>
            <a:endParaRPr lang="et-EE" sz="1000" dirty="0"/>
          </a:p>
        </p:txBody>
      </p:sp>
    </p:spTree>
    <p:extLst>
      <p:ext uri="{BB962C8B-B14F-4D97-AF65-F5344CB8AC3E}">
        <p14:creationId xmlns:p14="http://schemas.microsoft.com/office/powerpoint/2010/main" val="318841805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0" userDrawn="1">
          <p15:clr>
            <a:srgbClr val="FBAE40"/>
          </p15:clr>
        </p15:guide>
        <p15:guide id="2" orient="horz" pos="277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textbox">
    <p:bg>
      <p:bgRef idx="1001">
        <a:schemeClr val="bg1"/>
      </p:bgRef>
    </p:bg>
    <p:spTree>
      <p:nvGrpSpPr>
        <p:cNvPr id="1" name=""/>
        <p:cNvGrpSpPr/>
        <p:nvPr/>
      </p:nvGrpSpPr>
      <p:grpSpPr>
        <a:xfrm>
          <a:off x="0" y="0"/>
          <a:ext cx="0" cy="0"/>
          <a:chOff x="0" y="0"/>
          <a:chExt cx="0" cy="0"/>
        </a:xfrm>
      </p:grpSpPr>
      <p:pic>
        <p:nvPicPr>
          <p:cNvPr id="7" name="Picture 6" descr="A picture containing night sky&#10;&#10;Description automatically generated">
            <a:extLst>
              <a:ext uri="{FF2B5EF4-FFF2-40B4-BE49-F238E27FC236}">
                <a16:creationId xmlns:a16="http://schemas.microsoft.com/office/drawing/2014/main" id="{02D5F413-52C4-C085-9AF7-8DBFC0951C0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7" name="Graphic 76">
            <a:extLst>
              <a:ext uri="{FF2B5EF4-FFF2-40B4-BE49-F238E27FC236}">
                <a16:creationId xmlns:a16="http://schemas.microsoft.com/office/drawing/2014/main" id="{4A8F41FA-7389-939A-5D13-B0D8452D782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65721" y="6336472"/>
            <a:ext cx="1143000" cy="409575"/>
          </a:xfrm>
          <a:prstGeom prst="rect">
            <a:avLst/>
          </a:prstGeom>
        </p:spPr>
      </p:pic>
      <p:sp>
        <p:nvSpPr>
          <p:cNvPr id="3" name="Content Placeholder 2">
            <a:extLst>
              <a:ext uri="{FF2B5EF4-FFF2-40B4-BE49-F238E27FC236}">
                <a16:creationId xmlns:a16="http://schemas.microsoft.com/office/drawing/2014/main" id="{1CF5DD61-1504-95D4-88D8-AD49910282E6}"/>
              </a:ext>
            </a:extLst>
          </p:cNvPr>
          <p:cNvSpPr>
            <a:spLocks noGrp="1"/>
          </p:cNvSpPr>
          <p:nvPr>
            <p:ph sz="half" idx="1" hasCustomPrompt="1"/>
          </p:nvPr>
        </p:nvSpPr>
        <p:spPr>
          <a:xfrm>
            <a:off x="655782" y="1825625"/>
            <a:ext cx="10698018" cy="4351338"/>
          </a:xfrm>
          <a:prstGeom prst="rect">
            <a:avLst/>
          </a:prstGeom>
        </p:spPr>
        <p:txBody>
          <a:bodyPr/>
          <a:lstStyle>
            <a:lvl1pPr marL="457200" indent="-457200">
              <a:buFont typeface="Arial" panose="020B0604020202020204" pitchFamily="34" charset="0"/>
              <a:buChar char="•"/>
              <a:defRPr sz="2800" b="0">
                <a:solidFill>
                  <a:schemeClr val="tx1"/>
                </a:solidFill>
                <a:latin typeface="Calibri Light" panose="020F0302020204030204" pitchFamily="34" charset="0"/>
                <a:cs typeface="Calibri Light" panose="020F0302020204030204" pitchFamily="34" charset="0"/>
              </a:defRPr>
            </a:lvl1pPr>
            <a:lvl2pPr>
              <a:defRPr sz="2000">
                <a:solidFill>
                  <a:schemeClr val="tx2"/>
                </a:solidFill>
              </a:defRPr>
            </a:lvl2pPr>
            <a:lvl3pPr>
              <a:defRPr sz="2000">
                <a:solidFill>
                  <a:schemeClr val="tx2"/>
                </a:solidFill>
              </a:defRPr>
            </a:lvl3pPr>
            <a:lvl4pPr>
              <a:defRPr sz="1800">
                <a:solidFill>
                  <a:schemeClr val="tx2"/>
                </a:solidFill>
              </a:defRPr>
            </a:lvl4pPr>
            <a:lvl5pPr>
              <a:defRPr sz="1800">
                <a:solidFill>
                  <a:schemeClr val="tx2"/>
                </a:solidFill>
              </a:defRPr>
            </a:lvl5pPr>
          </a:lstStyle>
          <a:p>
            <a:r>
              <a:rPr lang="en-US" dirty="0" err="1"/>
              <a:t>Sisuteksti</a:t>
            </a:r>
            <a:r>
              <a:rPr lang="en-US" dirty="0"/>
              <a:t> font - “Calibri” </a:t>
            </a:r>
            <a:r>
              <a:rPr lang="en-US" dirty="0" err="1"/>
              <a:t>või</a:t>
            </a:r>
            <a:r>
              <a:rPr lang="en-US" dirty="0"/>
              <a:t> “Calibri light”. </a:t>
            </a:r>
            <a:r>
              <a:rPr lang="en-US" dirty="0" err="1"/>
              <a:t>Suurus</a:t>
            </a:r>
            <a:r>
              <a:rPr lang="en-US" dirty="0"/>
              <a:t> </a:t>
            </a:r>
            <a:r>
              <a:rPr lang="en-US" dirty="0" err="1"/>
              <a:t>võiks</a:t>
            </a:r>
            <a:r>
              <a:rPr lang="en-US" dirty="0"/>
              <a:t> olla </a:t>
            </a:r>
            <a:r>
              <a:rPr lang="en-US" dirty="0" err="1"/>
              <a:t>vahemikus</a:t>
            </a:r>
            <a:r>
              <a:rPr lang="en-US" dirty="0"/>
              <a:t> 16-36 ja </a:t>
            </a:r>
            <a:r>
              <a:rPr lang="en-US" dirty="0" err="1"/>
              <a:t>suuremate</a:t>
            </a:r>
            <a:r>
              <a:rPr lang="en-US" dirty="0"/>
              <a:t> </a:t>
            </a:r>
            <a:r>
              <a:rPr lang="en-US" dirty="0" err="1"/>
              <a:t>suuruste</a:t>
            </a:r>
            <a:r>
              <a:rPr lang="en-US" dirty="0"/>
              <a:t> 24-36 </a:t>
            </a:r>
            <a:r>
              <a:rPr lang="en-US" dirty="0" err="1"/>
              <a:t>puhul</a:t>
            </a:r>
            <a:r>
              <a:rPr lang="en-US" dirty="0"/>
              <a:t> </a:t>
            </a:r>
            <a:r>
              <a:rPr lang="en-US" dirty="0" err="1"/>
              <a:t>soovituslik</a:t>
            </a:r>
            <a:r>
              <a:rPr lang="en-US" dirty="0"/>
              <a:t> “Calibri Light”. </a:t>
            </a:r>
            <a:r>
              <a:rPr lang="en-US" dirty="0" err="1"/>
              <a:t>Sisutekst</a:t>
            </a:r>
            <a:r>
              <a:rPr lang="en-US" dirty="0"/>
              <a:t> peaks </a:t>
            </a:r>
            <a:r>
              <a:rPr lang="en-US" dirty="0" err="1"/>
              <a:t>olema</a:t>
            </a:r>
            <a:r>
              <a:rPr lang="en-US" dirty="0"/>
              <a:t> </a:t>
            </a:r>
            <a:r>
              <a:rPr lang="en-US" dirty="0" err="1"/>
              <a:t>väiksem</a:t>
            </a:r>
            <a:r>
              <a:rPr lang="en-US" dirty="0"/>
              <a:t> </a:t>
            </a:r>
            <a:r>
              <a:rPr lang="en-US" dirty="0" err="1"/>
              <a:t>kui</a:t>
            </a:r>
            <a:r>
              <a:rPr lang="en-US" dirty="0"/>
              <a:t> </a:t>
            </a:r>
            <a:r>
              <a:rPr lang="en-US" dirty="0" err="1"/>
              <a:t>pealkirja</a:t>
            </a:r>
            <a:r>
              <a:rPr lang="en-US" dirty="0"/>
              <a:t> </a:t>
            </a:r>
            <a:r>
              <a:rPr lang="en-US" dirty="0" err="1"/>
              <a:t>tekst</a:t>
            </a:r>
            <a:r>
              <a:rPr lang="en-US" dirty="0"/>
              <a:t>.</a:t>
            </a:r>
            <a:endParaRPr lang="et-EE" dirty="0"/>
          </a:p>
        </p:txBody>
      </p:sp>
      <p:sp>
        <p:nvSpPr>
          <p:cNvPr id="11" name="Title 7">
            <a:extLst>
              <a:ext uri="{FF2B5EF4-FFF2-40B4-BE49-F238E27FC236}">
                <a16:creationId xmlns:a16="http://schemas.microsoft.com/office/drawing/2014/main" id="{2CDA5E3D-D86E-8B54-2053-EC080ADBE70E}"/>
              </a:ext>
            </a:extLst>
          </p:cNvPr>
          <p:cNvSpPr>
            <a:spLocks noGrp="1"/>
          </p:cNvSpPr>
          <p:nvPr>
            <p:ph type="title" hasCustomPrompt="1"/>
          </p:nvPr>
        </p:nvSpPr>
        <p:spPr>
          <a:xfrm>
            <a:off x="655782" y="365125"/>
            <a:ext cx="10698018" cy="1325563"/>
          </a:xfrm>
          <a:prstGeom prst="rect">
            <a:avLst/>
          </a:prstGeom>
        </p:spPr>
        <p:txBody>
          <a:bodyPr anchor="t"/>
          <a:lstStyle>
            <a:lvl1pPr>
              <a:defRPr sz="3400" b="1">
                <a:solidFill>
                  <a:schemeClr val="tx1"/>
                </a:solidFill>
              </a:defRPr>
            </a:lvl1pPr>
          </a:lstStyle>
          <a:p>
            <a:r>
              <a:rPr lang="en-US" dirty="0" err="1"/>
              <a:t>Pealkiri</a:t>
            </a:r>
            <a:r>
              <a:rPr lang="en-US" dirty="0"/>
              <a:t>: Calibri 30-44</a:t>
            </a:r>
            <a:endParaRPr lang="et-EE" dirty="0"/>
          </a:p>
        </p:txBody>
      </p:sp>
      <p:sp>
        <p:nvSpPr>
          <p:cNvPr id="2" name="TextBox 1">
            <a:extLst>
              <a:ext uri="{FF2B5EF4-FFF2-40B4-BE49-F238E27FC236}">
                <a16:creationId xmlns:a16="http://schemas.microsoft.com/office/drawing/2014/main" id="{7036E4EF-9FD2-7735-1722-6899D8127ACF}"/>
              </a:ext>
            </a:extLst>
          </p:cNvPr>
          <p:cNvSpPr txBox="1"/>
          <p:nvPr userDrawn="1"/>
        </p:nvSpPr>
        <p:spPr>
          <a:xfrm>
            <a:off x="10943511" y="6441954"/>
            <a:ext cx="782052" cy="246221"/>
          </a:xfrm>
          <a:prstGeom prst="rect">
            <a:avLst/>
          </a:prstGeom>
          <a:noFill/>
        </p:spPr>
        <p:txBody>
          <a:bodyPr wrap="square" rtlCol="0">
            <a:spAutoFit/>
          </a:bodyPr>
          <a:lstStyle/>
          <a:p>
            <a:pPr algn="r"/>
            <a:fld id="{95171491-BEEF-4032-8F91-1E80A83C92CC}" type="slidenum">
              <a:rPr lang="et-EE" sz="1000" smtClean="0"/>
              <a:t>‹#›</a:t>
            </a:fld>
            <a:endParaRPr lang="et-EE" sz="1000" dirty="0"/>
          </a:p>
        </p:txBody>
      </p:sp>
    </p:spTree>
    <p:extLst>
      <p:ext uri="{BB962C8B-B14F-4D97-AF65-F5344CB8AC3E}">
        <p14:creationId xmlns:p14="http://schemas.microsoft.com/office/powerpoint/2010/main" val="397578683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0" userDrawn="1">
          <p15:clr>
            <a:srgbClr val="FBAE40"/>
          </p15:clr>
        </p15:guide>
        <p15:guide id="2" orient="horz" pos="277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text-on-picture">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36AB6E5-6483-8D04-20DD-CD342AF10EAB}"/>
              </a:ext>
            </a:extLst>
          </p:cNvPr>
          <p:cNvPicPr>
            <a:picLocks noChangeAspect="1"/>
          </p:cNvPicPr>
          <p:nvPr userDrawn="1"/>
        </p:nvPicPr>
        <p:blipFill>
          <a:blip r:embed="rId2"/>
          <a:stretch>
            <a:fillRect/>
          </a:stretch>
        </p:blipFill>
        <p:spPr>
          <a:xfrm>
            <a:off x="2682240" y="0"/>
            <a:ext cx="9509760" cy="6858000"/>
          </a:xfrm>
          <a:prstGeom prst="rect">
            <a:avLst/>
          </a:prstGeom>
        </p:spPr>
      </p:pic>
      <p:pic>
        <p:nvPicPr>
          <p:cNvPr id="3" name="Graphic 2">
            <a:extLst>
              <a:ext uri="{FF2B5EF4-FFF2-40B4-BE49-F238E27FC236}">
                <a16:creationId xmlns:a16="http://schemas.microsoft.com/office/drawing/2014/main" id="{1B8DF08D-0892-A83E-D60E-65F5CC43E1D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65721" y="6336472"/>
            <a:ext cx="1143000" cy="409575"/>
          </a:xfrm>
          <a:prstGeom prst="rect">
            <a:avLst/>
          </a:prstGeom>
        </p:spPr>
      </p:pic>
      <p:sp>
        <p:nvSpPr>
          <p:cNvPr id="2" name="Subtitle 2">
            <a:extLst>
              <a:ext uri="{FF2B5EF4-FFF2-40B4-BE49-F238E27FC236}">
                <a16:creationId xmlns:a16="http://schemas.microsoft.com/office/drawing/2014/main" id="{386820EE-E8A8-49A5-C13D-430E14019708}"/>
              </a:ext>
            </a:extLst>
          </p:cNvPr>
          <p:cNvSpPr>
            <a:spLocks noGrp="1"/>
          </p:cNvSpPr>
          <p:nvPr>
            <p:ph type="subTitle" idx="1" hasCustomPrompt="1"/>
          </p:nvPr>
        </p:nvSpPr>
        <p:spPr>
          <a:xfrm>
            <a:off x="838200" y="1767252"/>
            <a:ext cx="5905500" cy="4201501"/>
          </a:xfrm>
          <a:prstGeom prst="rect">
            <a:avLst/>
          </a:prstGeom>
        </p:spPr>
        <p:txBody>
          <a:bodyPr>
            <a:normAutofit/>
          </a:bodyPr>
          <a:lstStyle>
            <a:lvl1pPr marL="342900" indent="-342900" algn="l">
              <a:buClr>
                <a:schemeClr val="accent1"/>
              </a:buClr>
              <a:buFont typeface="Arial" panose="020B0604020202020204" pitchFamily="34" charset="0"/>
              <a:buChar char="•"/>
              <a:defRPr sz="20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Sisuteksti</a:t>
            </a:r>
            <a:r>
              <a:rPr lang="en-US" dirty="0"/>
              <a:t> font - “Calibri” </a:t>
            </a:r>
            <a:r>
              <a:rPr lang="en-US" dirty="0" err="1"/>
              <a:t>või</a:t>
            </a:r>
            <a:r>
              <a:rPr lang="en-US" dirty="0"/>
              <a:t> “Calibri light”. </a:t>
            </a:r>
            <a:r>
              <a:rPr lang="en-US" dirty="0" err="1"/>
              <a:t>Suurus</a:t>
            </a:r>
            <a:r>
              <a:rPr lang="en-US" dirty="0"/>
              <a:t> </a:t>
            </a:r>
            <a:r>
              <a:rPr lang="en-US" dirty="0" err="1"/>
              <a:t>võiks</a:t>
            </a:r>
            <a:r>
              <a:rPr lang="en-US" dirty="0"/>
              <a:t> olla </a:t>
            </a:r>
            <a:r>
              <a:rPr lang="en-US" dirty="0" err="1"/>
              <a:t>vahemikus</a:t>
            </a:r>
            <a:r>
              <a:rPr lang="en-US" dirty="0"/>
              <a:t> 16-36 ja </a:t>
            </a:r>
            <a:r>
              <a:rPr lang="en-US" dirty="0" err="1"/>
              <a:t>suuremate</a:t>
            </a:r>
            <a:r>
              <a:rPr lang="en-US" dirty="0"/>
              <a:t> </a:t>
            </a:r>
            <a:r>
              <a:rPr lang="en-US" dirty="0" err="1"/>
              <a:t>suuruste</a:t>
            </a:r>
            <a:r>
              <a:rPr lang="en-US" dirty="0"/>
              <a:t> 24-36 </a:t>
            </a:r>
            <a:r>
              <a:rPr lang="en-US" dirty="0" err="1"/>
              <a:t>puhul</a:t>
            </a:r>
            <a:r>
              <a:rPr lang="en-US" dirty="0"/>
              <a:t> </a:t>
            </a:r>
            <a:r>
              <a:rPr lang="en-US" dirty="0" err="1"/>
              <a:t>soovituslik</a:t>
            </a:r>
            <a:r>
              <a:rPr lang="en-US" dirty="0"/>
              <a:t> “Calibri Light”. </a:t>
            </a:r>
            <a:r>
              <a:rPr lang="en-US" dirty="0" err="1"/>
              <a:t>Sisutekst</a:t>
            </a:r>
            <a:r>
              <a:rPr lang="en-US" dirty="0"/>
              <a:t> peaks </a:t>
            </a:r>
            <a:r>
              <a:rPr lang="en-US" dirty="0" err="1"/>
              <a:t>olema</a:t>
            </a:r>
            <a:r>
              <a:rPr lang="en-US" dirty="0"/>
              <a:t> </a:t>
            </a:r>
            <a:r>
              <a:rPr lang="en-US" dirty="0" err="1"/>
              <a:t>väiksem</a:t>
            </a:r>
            <a:r>
              <a:rPr lang="en-US" dirty="0"/>
              <a:t> </a:t>
            </a:r>
            <a:r>
              <a:rPr lang="en-US" dirty="0" err="1"/>
              <a:t>kui</a:t>
            </a:r>
            <a:r>
              <a:rPr lang="en-US" dirty="0"/>
              <a:t> </a:t>
            </a:r>
            <a:r>
              <a:rPr lang="en-US" dirty="0" err="1"/>
              <a:t>pealkirja</a:t>
            </a:r>
            <a:r>
              <a:rPr lang="en-US" dirty="0"/>
              <a:t> </a:t>
            </a:r>
            <a:r>
              <a:rPr lang="en-US" dirty="0" err="1"/>
              <a:t>tekst</a:t>
            </a:r>
            <a:r>
              <a:rPr lang="en-US" dirty="0"/>
              <a:t>.</a:t>
            </a:r>
            <a:endParaRPr lang="et-EE" dirty="0"/>
          </a:p>
        </p:txBody>
      </p:sp>
      <p:sp>
        <p:nvSpPr>
          <p:cNvPr id="7" name="Title 1">
            <a:extLst>
              <a:ext uri="{FF2B5EF4-FFF2-40B4-BE49-F238E27FC236}">
                <a16:creationId xmlns:a16="http://schemas.microsoft.com/office/drawing/2014/main" id="{1CDBD78A-DE19-2186-122E-268969E6A95E}"/>
              </a:ext>
            </a:extLst>
          </p:cNvPr>
          <p:cNvSpPr>
            <a:spLocks noGrp="1"/>
          </p:cNvSpPr>
          <p:nvPr>
            <p:ph type="title" hasCustomPrompt="1"/>
          </p:nvPr>
        </p:nvSpPr>
        <p:spPr>
          <a:xfrm>
            <a:off x="838200" y="612030"/>
            <a:ext cx="10509250" cy="687881"/>
          </a:xfrm>
          <a:prstGeom prst="rect">
            <a:avLst/>
          </a:prstGeom>
        </p:spPr>
        <p:txBody>
          <a:bodyPr wrap="square" anchor="t" anchorCtr="0">
            <a:spAutoFit/>
          </a:bodyPr>
          <a:lstStyle>
            <a:lvl1pPr>
              <a:defRPr sz="4300" b="1">
                <a:solidFill>
                  <a:schemeClr val="accent1"/>
                </a:solidFill>
              </a:defRPr>
            </a:lvl1pPr>
          </a:lstStyle>
          <a:p>
            <a:r>
              <a:rPr lang="en-US" dirty="0" err="1"/>
              <a:t>Pealkiri</a:t>
            </a:r>
            <a:r>
              <a:rPr lang="en-US" dirty="0"/>
              <a:t>: Calibri 30-44</a:t>
            </a:r>
            <a:endParaRPr lang="et-EE" dirty="0"/>
          </a:p>
        </p:txBody>
      </p:sp>
    </p:spTree>
    <p:extLst>
      <p:ext uri="{BB962C8B-B14F-4D97-AF65-F5344CB8AC3E}">
        <p14:creationId xmlns:p14="http://schemas.microsoft.com/office/powerpoint/2010/main" val="2835875055"/>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text-on-picture">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F2ED430-87BE-FAC7-6866-207C22442F68}"/>
              </a:ext>
            </a:extLst>
          </p:cNvPr>
          <p:cNvPicPr>
            <a:picLocks noChangeAspect="1"/>
          </p:cNvPicPr>
          <p:nvPr userDrawn="1"/>
        </p:nvPicPr>
        <p:blipFill>
          <a:blip r:embed="rId2"/>
          <a:stretch>
            <a:fillRect/>
          </a:stretch>
        </p:blipFill>
        <p:spPr>
          <a:xfrm>
            <a:off x="0" y="0"/>
            <a:ext cx="9372600" cy="6858000"/>
          </a:xfrm>
          <a:prstGeom prst="rect">
            <a:avLst/>
          </a:prstGeom>
        </p:spPr>
      </p:pic>
      <p:pic>
        <p:nvPicPr>
          <p:cNvPr id="2" name="Graphic 1">
            <a:extLst>
              <a:ext uri="{FF2B5EF4-FFF2-40B4-BE49-F238E27FC236}">
                <a16:creationId xmlns:a16="http://schemas.microsoft.com/office/drawing/2014/main" id="{0BF780F6-D4BA-7DCB-A5CC-EE4806BF0135}"/>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65721" y="6336472"/>
            <a:ext cx="1143000" cy="409575"/>
          </a:xfrm>
          <a:prstGeom prst="rect">
            <a:avLst/>
          </a:prstGeom>
        </p:spPr>
      </p:pic>
      <p:sp>
        <p:nvSpPr>
          <p:cNvPr id="4" name="Subtitle 2">
            <a:extLst>
              <a:ext uri="{FF2B5EF4-FFF2-40B4-BE49-F238E27FC236}">
                <a16:creationId xmlns:a16="http://schemas.microsoft.com/office/drawing/2014/main" id="{049C67D7-7752-BD97-2871-260540982EF7}"/>
              </a:ext>
            </a:extLst>
          </p:cNvPr>
          <p:cNvSpPr>
            <a:spLocks noGrp="1"/>
          </p:cNvSpPr>
          <p:nvPr>
            <p:ph type="subTitle" idx="1" hasCustomPrompt="1"/>
          </p:nvPr>
        </p:nvSpPr>
        <p:spPr>
          <a:xfrm>
            <a:off x="5697641" y="1730488"/>
            <a:ext cx="5649809" cy="4201501"/>
          </a:xfrm>
          <a:prstGeom prst="rect">
            <a:avLst/>
          </a:prstGeom>
        </p:spPr>
        <p:txBody>
          <a:bodyPr>
            <a:normAutofit/>
          </a:bodyPr>
          <a:lstStyle>
            <a:lvl1pPr marL="342900" indent="-342900" algn="l">
              <a:buClr>
                <a:schemeClr val="accent1"/>
              </a:buClr>
              <a:buFont typeface="Arial" panose="020B0604020202020204" pitchFamily="34" charset="0"/>
              <a:buChar char="•"/>
              <a:defRPr sz="20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Sisuteksti</a:t>
            </a:r>
            <a:r>
              <a:rPr lang="en-US" dirty="0"/>
              <a:t> font - “Calibri” </a:t>
            </a:r>
            <a:r>
              <a:rPr lang="en-US" dirty="0" err="1"/>
              <a:t>või</a:t>
            </a:r>
            <a:r>
              <a:rPr lang="en-US" dirty="0"/>
              <a:t> “Calibri light”. </a:t>
            </a:r>
            <a:r>
              <a:rPr lang="en-US" dirty="0" err="1"/>
              <a:t>Suurus</a:t>
            </a:r>
            <a:r>
              <a:rPr lang="en-US" dirty="0"/>
              <a:t> </a:t>
            </a:r>
            <a:r>
              <a:rPr lang="en-US" dirty="0" err="1"/>
              <a:t>võiks</a:t>
            </a:r>
            <a:r>
              <a:rPr lang="en-US" dirty="0"/>
              <a:t> olla </a:t>
            </a:r>
            <a:r>
              <a:rPr lang="en-US" dirty="0" err="1"/>
              <a:t>vahemikus</a:t>
            </a:r>
            <a:r>
              <a:rPr lang="en-US" dirty="0"/>
              <a:t> 16-36 ja </a:t>
            </a:r>
            <a:r>
              <a:rPr lang="en-US" dirty="0" err="1"/>
              <a:t>suuremate</a:t>
            </a:r>
            <a:r>
              <a:rPr lang="en-US" dirty="0"/>
              <a:t> </a:t>
            </a:r>
            <a:r>
              <a:rPr lang="en-US" dirty="0" err="1"/>
              <a:t>suuruste</a:t>
            </a:r>
            <a:r>
              <a:rPr lang="en-US" dirty="0"/>
              <a:t> 24-36 </a:t>
            </a:r>
            <a:r>
              <a:rPr lang="en-US" dirty="0" err="1"/>
              <a:t>puhul</a:t>
            </a:r>
            <a:r>
              <a:rPr lang="en-US" dirty="0"/>
              <a:t> </a:t>
            </a:r>
            <a:r>
              <a:rPr lang="en-US" dirty="0" err="1"/>
              <a:t>soovituslik</a:t>
            </a:r>
            <a:r>
              <a:rPr lang="en-US" dirty="0"/>
              <a:t> “Calibri Light”. </a:t>
            </a:r>
            <a:r>
              <a:rPr lang="en-US" dirty="0" err="1"/>
              <a:t>Sisutekst</a:t>
            </a:r>
            <a:r>
              <a:rPr lang="en-US" dirty="0"/>
              <a:t> peaks </a:t>
            </a:r>
            <a:r>
              <a:rPr lang="en-US" dirty="0" err="1"/>
              <a:t>olema</a:t>
            </a:r>
            <a:r>
              <a:rPr lang="en-US" dirty="0"/>
              <a:t> </a:t>
            </a:r>
            <a:r>
              <a:rPr lang="en-US" dirty="0" err="1"/>
              <a:t>väiksem</a:t>
            </a:r>
            <a:r>
              <a:rPr lang="en-US" dirty="0"/>
              <a:t> </a:t>
            </a:r>
            <a:r>
              <a:rPr lang="en-US" dirty="0" err="1"/>
              <a:t>kui</a:t>
            </a:r>
            <a:r>
              <a:rPr lang="en-US" dirty="0"/>
              <a:t> </a:t>
            </a:r>
            <a:r>
              <a:rPr lang="en-US" dirty="0" err="1"/>
              <a:t>pealkirja</a:t>
            </a:r>
            <a:r>
              <a:rPr lang="en-US" dirty="0"/>
              <a:t> </a:t>
            </a:r>
            <a:r>
              <a:rPr lang="en-US" dirty="0" err="1"/>
              <a:t>tekst</a:t>
            </a:r>
            <a:r>
              <a:rPr lang="en-US" dirty="0"/>
              <a:t>.</a:t>
            </a:r>
            <a:endParaRPr lang="et-EE" dirty="0"/>
          </a:p>
        </p:txBody>
      </p:sp>
      <p:sp>
        <p:nvSpPr>
          <p:cNvPr id="5" name="Title 1">
            <a:extLst>
              <a:ext uri="{FF2B5EF4-FFF2-40B4-BE49-F238E27FC236}">
                <a16:creationId xmlns:a16="http://schemas.microsoft.com/office/drawing/2014/main" id="{60A19316-7433-3663-9FB3-C546D6DE6F7F}"/>
              </a:ext>
            </a:extLst>
          </p:cNvPr>
          <p:cNvSpPr>
            <a:spLocks noGrp="1"/>
          </p:cNvSpPr>
          <p:nvPr>
            <p:ph type="title" hasCustomPrompt="1"/>
          </p:nvPr>
        </p:nvSpPr>
        <p:spPr>
          <a:xfrm>
            <a:off x="838200" y="612030"/>
            <a:ext cx="10509250" cy="687881"/>
          </a:xfrm>
          <a:prstGeom prst="rect">
            <a:avLst/>
          </a:prstGeom>
        </p:spPr>
        <p:txBody>
          <a:bodyPr wrap="square" anchor="t" anchorCtr="0">
            <a:spAutoFit/>
          </a:bodyPr>
          <a:lstStyle>
            <a:lvl1pPr>
              <a:defRPr sz="4300" b="1">
                <a:solidFill>
                  <a:schemeClr val="accent1"/>
                </a:solidFill>
              </a:defRPr>
            </a:lvl1pPr>
          </a:lstStyle>
          <a:p>
            <a:r>
              <a:rPr lang="en-US" dirty="0" err="1"/>
              <a:t>Pealkiri</a:t>
            </a:r>
            <a:r>
              <a:rPr lang="en-US" dirty="0"/>
              <a:t>: Calibri 30-44</a:t>
            </a:r>
            <a:endParaRPr lang="et-EE" dirty="0"/>
          </a:p>
        </p:txBody>
      </p:sp>
    </p:spTree>
    <p:extLst>
      <p:ext uri="{BB962C8B-B14F-4D97-AF65-F5344CB8AC3E}">
        <p14:creationId xmlns:p14="http://schemas.microsoft.com/office/powerpoint/2010/main" val="3825990619"/>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text-on-picture">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3BFAD01-2823-82B9-F4E0-CBA5FFE440D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B1A137F0-6F31-2DFF-5212-992575BAB790}"/>
              </a:ext>
            </a:extLst>
          </p:cNvPr>
          <p:cNvSpPr>
            <a:spLocks noGrp="1"/>
          </p:cNvSpPr>
          <p:nvPr>
            <p:ph type="title" hasCustomPrompt="1"/>
          </p:nvPr>
        </p:nvSpPr>
        <p:spPr>
          <a:xfrm>
            <a:off x="838200" y="612030"/>
            <a:ext cx="10509250" cy="687881"/>
          </a:xfrm>
          <a:prstGeom prst="rect">
            <a:avLst/>
          </a:prstGeom>
        </p:spPr>
        <p:txBody>
          <a:bodyPr wrap="square" anchor="t" anchorCtr="0">
            <a:spAutoFit/>
          </a:bodyPr>
          <a:lstStyle>
            <a:lvl1pPr>
              <a:defRPr sz="4300" b="1">
                <a:solidFill>
                  <a:schemeClr val="accent1"/>
                </a:solidFill>
              </a:defRPr>
            </a:lvl1pPr>
          </a:lstStyle>
          <a:p>
            <a:r>
              <a:rPr lang="en-US" dirty="0" err="1"/>
              <a:t>Pealkiri</a:t>
            </a:r>
            <a:r>
              <a:rPr lang="en-US" dirty="0"/>
              <a:t>: Calibri 30-44</a:t>
            </a:r>
            <a:endParaRPr lang="et-EE" dirty="0"/>
          </a:p>
        </p:txBody>
      </p:sp>
      <p:pic>
        <p:nvPicPr>
          <p:cNvPr id="3" name="Graphic 2">
            <a:extLst>
              <a:ext uri="{FF2B5EF4-FFF2-40B4-BE49-F238E27FC236}">
                <a16:creationId xmlns:a16="http://schemas.microsoft.com/office/drawing/2014/main" id="{6386ACA0-7695-36E1-7552-3AF971CD406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65721" y="6336472"/>
            <a:ext cx="1143000" cy="409575"/>
          </a:xfrm>
          <a:prstGeom prst="rect">
            <a:avLst/>
          </a:prstGeom>
        </p:spPr>
      </p:pic>
      <p:sp>
        <p:nvSpPr>
          <p:cNvPr id="4" name="Subtitle 2">
            <a:extLst>
              <a:ext uri="{FF2B5EF4-FFF2-40B4-BE49-F238E27FC236}">
                <a16:creationId xmlns:a16="http://schemas.microsoft.com/office/drawing/2014/main" id="{4DDF3696-551A-7EC2-4489-43BAFEC4A3DB}"/>
              </a:ext>
            </a:extLst>
          </p:cNvPr>
          <p:cNvSpPr>
            <a:spLocks noGrp="1"/>
          </p:cNvSpPr>
          <p:nvPr>
            <p:ph type="subTitle" idx="1" hasCustomPrompt="1"/>
          </p:nvPr>
        </p:nvSpPr>
        <p:spPr>
          <a:xfrm>
            <a:off x="838200" y="1767252"/>
            <a:ext cx="5803900" cy="4201501"/>
          </a:xfrm>
          <a:prstGeom prst="rect">
            <a:avLst/>
          </a:prstGeom>
        </p:spPr>
        <p:txBody>
          <a:bodyPr>
            <a:normAutofit/>
          </a:bodyPr>
          <a:lstStyle>
            <a:lvl1pPr marL="342900" indent="-342900" algn="l">
              <a:buClr>
                <a:schemeClr val="accent1"/>
              </a:buClr>
              <a:buFont typeface="Arial" panose="020B0604020202020204" pitchFamily="34" charset="0"/>
              <a:buChar char="•"/>
              <a:defRPr sz="20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Sisuteksti</a:t>
            </a:r>
            <a:r>
              <a:rPr lang="en-US" dirty="0"/>
              <a:t> font - “Calibri” </a:t>
            </a:r>
            <a:r>
              <a:rPr lang="en-US" dirty="0" err="1"/>
              <a:t>või</a:t>
            </a:r>
            <a:r>
              <a:rPr lang="en-US" dirty="0"/>
              <a:t> “Calibri light”. </a:t>
            </a:r>
            <a:r>
              <a:rPr lang="en-US" dirty="0" err="1"/>
              <a:t>Suurus</a:t>
            </a:r>
            <a:r>
              <a:rPr lang="en-US" dirty="0"/>
              <a:t> </a:t>
            </a:r>
            <a:r>
              <a:rPr lang="en-US" dirty="0" err="1"/>
              <a:t>võiks</a:t>
            </a:r>
            <a:r>
              <a:rPr lang="en-US" dirty="0"/>
              <a:t> olla </a:t>
            </a:r>
            <a:r>
              <a:rPr lang="en-US" dirty="0" err="1"/>
              <a:t>vahemikus</a:t>
            </a:r>
            <a:r>
              <a:rPr lang="en-US" dirty="0"/>
              <a:t> 16-36 ja </a:t>
            </a:r>
            <a:r>
              <a:rPr lang="en-US" dirty="0" err="1"/>
              <a:t>suuremate</a:t>
            </a:r>
            <a:r>
              <a:rPr lang="en-US" dirty="0"/>
              <a:t> </a:t>
            </a:r>
            <a:r>
              <a:rPr lang="en-US" dirty="0" err="1"/>
              <a:t>suuruste</a:t>
            </a:r>
            <a:r>
              <a:rPr lang="en-US" dirty="0"/>
              <a:t> 24-36 </a:t>
            </a:r>
            <a:r>
              <a:rPr lang="en-US" dirty="0" err="1"/>
              <a:t>puhul</a:t>
            </a:r>
            <a:r>
              <a:rPr lang="en-US" dirty="0"/>
              <a:t> </a:t>
            </a:r>
            <a:r>
              <a:rPr lang="en-US" dirty="0" err="1"/>
              <a:t>soovituslik</a:t>
            </a:r>
            <a:r>
              <a:rPr lang="en-US" dirty="0"/>
              <a:t> “Calibri Light”. </a:t>
            </a:r>
            <a:r>
              <a:rPr lang="en-US" dirty="0" err="1"/>
              <a:t>Sisutekst</a:t>
            </a:r>
            <a:r>
              <a:rPr lang="en-US" dirty="0"/>
              <a:t> peaks </a:t>
            </a:r>
            <a:r>
              <a:rPr lang="en-US" dirty="0" err="1"/>
              <a:t>olema</a:t>
            </a:r>
            <a:r>
              <a:rPr lang="en-US" dirty="0"/>
              <a:t> </a:t>
            </a:r>
            <a:r>
              <a:rPr lang="en-US" dirty="0" err="1"/>
              <a:t>väiksem</a:t>
            </a:r>
            <a:r>
              <a:rPr lang="en-US" dirty="0"/>
              <a:t> </a:t>
            </a:r>
            <a:r>
              <a:rPr lang="en-US" dirty="0" err="1"/>
              <a:t>kui</a:t>
            </a:r>
            <a:r>
              <a:rPr lang="en-US" dirty="0"/>
              <a:t> </a:t>
            </a:r>
            <a:r>
              <a:rPr lang="en-US" dirty="0" err="1"/>
              <a:t>pealkirja</a:t>
            </a:r>
            <a:r>
              <a:rPr lang="en-US" dirty="0"/>
              <a:t> </a:t>
            </a:r>
            <a:r>
              <a:rPr lang="en-US" dirty="0" err="1"/>
              <a:t>tekst</a:t>
            </a:r>
            <a:r>
              <a:rPr lang="en-US" dirty="0"/>
              <a:t>.</a:t>
            </a:r>
            <a:endParaRPr lang="et-EE" dirty="0"/>
          </a:p>
        </p:txBody>
      </p:sp>
    </p:spTree>
    <p:extLst>
      <p:ext uri="{BB962C8B-B14F-4D97-AF65-F5344CB8AC3E}">
        <p14:creationId xmlns:p14="http://schemas.microsoft.com/office/powerpoint/2010/main" val="3092822677"/>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3-text-on-picture">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CB42324-725D-2EB8-2C66-01ECAA6A2996}"/>
              </a:ext>
            </a:extLst>
          </p:cNvPr>
          <p:cNvPicPr>
            <a:picLocks noChangeAspect="1"/>
          </p:cNvPicPr>
          <p:nvPr userDrawn="1"/>
        </p:nvPicPr>
        <p:blipFill>
          <a:blip r:embed="rId2"/>
          <a:stretch>
            <a:fillRect/>
          </a:stretch>
        </p:blipFill>
        <p:spPr>
          <a:xfrm>
            <a:off x="3451860" y="0"/>
            <a:ext cx="8740140" cy="6858000"/>
          </a:xfrm>
          <a:prstGeom prst="rect">
            <a:avLst/>
          </a:prstGeom>
        </p:spPr>
      </p:pic>
      <p:sp>
        <p:nvSpPr>
          <p:cNvPr id="6" name="Title 1">
            <a:extLst>
              <a:ext uri="{FF2B5EF4-FFF2-40B4-BE49-F238E27FC236}">
                <a16:creationId xmlns:a16="http://schemas.microsoft.com/office/drawing/2014/main" id="{B1A137F0-6F31-2DFF-5212-992575BAB790}"/>
              </a:ext>
            </a:extLst>
          </p:cNvPr>
          <p:cNvSpPr>
            <a:spLocks noGrp="1"/>
          </p:cNvSpPr>
          <p:nvPr>
            <p:ph type="title" hasCustomPrompt="1"/>
          </p:nvPr>
        </p:nvSpPr>
        <p:spPr>
          <a:xfrm>
            <a:off x="838200" y="612030"/>
            <a:ext cx="10509250" cy="687881"/>
          </a:xfrm>
          <a:prstGeom prst="rect">
            <a:avLst/>
          </a:prstGeom>
        </p:spPr>
        <p:txBody>
          <a:bodyPr wrap="square" anchor="t" anchorCtr="0">
            <a:spAutoFit/>
          </a:bodyPr>
          <a:lstStyle>
            <a:lvl1pPr>
              <a:defRPr sz="4300" b="1">
                <a:solidFill>
                  <a:schemeClr val="accent1"/>
                </a:solidFill>
              </a:defRPr>
            </a:lvl1pPr>
          </a:lstStyle>
          <a:p>
            <a:r>
              <a:rPr lang="en-US" dirty="0" err="1"/>
              <a:t>Pealkiri</a:t>
            </a:r>
            <a:r>
              <a:rPr lang="en-US" dirty="0"/>
              <a:t>: Calibri 30-44</a:t>
            </a:r>
            <a:endParaRPr lang="et-EE" dirty="0"/>
          </a:p>
        </p:txBody>
      </p:sp>
      <p:pic>
        <p:nvPicPr>
          <p:cNvPr id="3" name="Graphic 2">
            <a:extLst>
              <a:ext uri="{FF2B5EF4-FFF2-40B4-BE49-F238E27FC236}">
                <a16:creationId xmlns:a16="http://schemas.microsoft.com/office/drawing/2014/main" id="{6386ACA0-7695-36E1-7552-3AF971CD406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65721" y="6336472"/>
            <a:ext cx="1143000" cy="409575"/>
          </a:xfrm>
          <a:prstGeom prst="rect">
            <a:avLst/>
          </a:prstGeom>
        </p:spPr>
      </p:pic>
      <p:sp>
        <p:nvSpPr>
          <p:cNvPr id="4" name="Subtitle 2">
            <a:extLst>
              <a:ext uri="{FF2B5EF4-FFF2-40B4-BE49-F238E27FC236}">
                <a16:creationId xmlns:a16="http://schemas.microsoft.com/office/drawing/2014/main" id="{4DDF3696-551A-7EC2-4489-43BAFEC4A3DB}"/>
              </a:ext>
            </a:extLst>
          </p:cNvPr>
          <p:cNvSpPr>
            <a:spLocks noGrp="1"/>
          </p:cNvSpPr>
          <p:nvPr>
            <p:ph type="subTitle" idx="1" hasCustomPrompt="1"/>
          </p:nvPr>
        </p:nvSpPr>
        <p:spPr>
          <a:xfrm>
            <a:off x="838200" y="1767252"/>
            <a:ext cx="5803900" cy="4201501"/>
          </a:xfrm>
          <a:prstGeom prst="rect">
            <a:avLst/>
          </a:prstGeom>
        </p:spPr>
        <p:txBody>
          <a:bodyPr>
            <a:normAutofit/>
          </a:bodyPr>
          <a:lstStyle>
            <a:lvl1pPr marL="342900" indent="-342900" algn="l">
              <a:buClr>
                <a:schemeClr val="accent1"/>
              </a:buClr>
              <a:buFont typeface="Arial" panose="020B0604020202020204" pitchFamily="34" charset="0"/>
              <a:buChar char="•"/>
              <a:defRPr sz="20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Sisuteksti</a:t>
            </a:r>
            <a:r>
              <a:rPr lang="en-US" dirty="0"/>
              <a:t> font - “Calibri” </a:t>
            </a:r>
            <a:r>
              <a:rPr lang="en-US" dirty="0" err="1"/>
              <a:t>või</a:t>
            </a:r>
            <a:r>
              <a:rPr lang="en-US" dirty="0"/>
              <a:t> “Calibri light”. </a:t>
            </a:r>
            <a:r>
              <a:rPr lang="en-US" dirty="0" err="1"/>
              <a:t>Suurus</a:t>
            </a:r>
            <a:r>
              <a:rPr lang="en-US" dirty="0"/>
              <a:t> </a:t>
            </a:r>
            <a:r>
              <a:rPr lang="en-US" dirty="0" err="1"/>
              <a:t>võiks</a:t>
            </a:r>
            <a:r>
              <a:rPr lang="en-US" dirty="0"/>
              <a:t> olla </a:t>
            </a:r>
            <a:r>
              <a:rPr lang="en-US" dirty="0" err="1"/>
              <a:t>vahemikus</a:t>
            </a:r>
            <a:r>
              <a:rPr lang="en-US" dirty="0"/>
              <a:t> 16-36 ja </a:t>
            </a:r>
            <a:r>
              <a:rPr lang="en-US" dirty="0" err="1"/>
              <a:t>suuremate</a:t>
            </a:r>
            <a:r>
              <a:rPr lang="en-US" dirty="0"/>
              <a:t> </a:t>
            </a:r>
            <a:r>
              <a:rPr lang="en-US" dirty="0" err="1"/>
              <a:t>suuruste</a:t>
            </a:r>
            <a:r>
              <a:rPr lang="en-US" dirty="0"/>
              <a:t> 24-36 </a:t>
            </a:r>
            <a:r>
              <a:rPr lang="en-US" dirty="0" err="1"/>
              <a:t>puhul</a:t>
            </a:r>
            <a:r>
              <a:rPr lang="en-US" dirty="0"/>
              <a:t> </a:t>
            </a:r>
            <a:r>
              <a:rPr lang="en-US" dirty="0" err="1"/>
              <a:t>soovituslik</a:t>
            </a:r>
            <a:r>
              <a:rPr lang="en-US" dirty="0"/>
              <a:t> “Calibri Light”. </a:t>
            </a:r>
            <a:r>
              <a:rPr lang="en-US" dirty="0" err="1"/>
              <a:t>Sisutekst</a:t>
            </a:r>
            <a:r>
              <a:rPr lang="en-US" dirty="0"/>
              <a:t> peaks </a:t>
            </a:r>
            <a:r>
              <a:rPr lang="en-US" dirty="0" err="1"/>
              <a:t>olema</a:t>
            </a:r>
            <a:r>
              <a:rPr lang="en-US" dirty="0"/>
              <a:t> </a:t>
            </a:r>
            <a:r>
              <a:rPr lang="en-US" dirty="0" err="1"/>
              <a:t>väiksem</a:t>
            </a:r>
            <a:r>
              <a:rPr lang="en-US" dirty="0"/>
              <a:t> </a:t>
            </a:r>
            <a:r>
              <a:rPr lang="en-US" dirty="0" err="1"/>
              <a:t>kui</a:t>
            </a:r>
            <a:r>
              <a:rPr lang="en-US" dirty="0"/>
              <a:t> </a:t>
            </a:r>
            <a:r>
              <a:rPr lang="en-US" dirty="0" err="1"/>
              <a:t>pealkirja</a:t>
            </a:r>
            <a:r>
              <a:rPr lang="en-US" dirty="0"/>
              <a:t> </a:t>
            </a:r>
            <a:r>
              <a:rPr lang="en-US" dirty="0" err="1"/>
              <a:t>tekst</a:t>
            </a:r>
            <a:r>
              <a:rPr lang="en-US" dirty="0"/>
              <a:t>.</a:t>
            </a:r>
            <a:endParaRPr lang="et-EE" dirty="0"/>
          </a:p>
        </p:txBody>
      </p:sp>
    </p:spTree>
    <p:extLst>
      <p:ext uri="{BB962C8B-B14F-4D97-AF65-F5344CB8AC3E}">
        <p14:creationId xmlns:p14="http://schemas.microsoft.com/office/powerpoint/2010/main" val="2244868369"/>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text-on-picture">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F92FF81-03D6-589E-D4DF-3EE5CEAD747E}"/>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3" name="Graphic 2">
            <a:extLst>
              <a:ext uri="{FF2B5EF4-FFF2-40B4-BE49-F238E27FC236}">
                <a16:creationId xmlns:a16="http://schemas.microsoft.com/office/drawing/2014/main" id="{6386ACA0-7695-36E1-7552-3AF971CD406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65721" y="6336472"/>
            <a:ext cx="1143000" cy="409575"/>
          </a:xfrm>
          <a:prstGeom prst="rect">
            <a:avLst/>
          </a:prstGeom>
        </p:spPr>
      </p:pic>
      <p:sp>
        <p:nvSpPr>
          <p:cNvPr id="2" name="Subtitle 2">
            <a:extLst>
              <a:ext uri="{FF2B5EF4-FFF2-40B4-BE49-F238E27FC236}">
                <a16:creationId xmlns:a16="http://schemas.microsoft.com/office/drawing/2014/main" id="{0986B6CD-EC6E-2659-75E6-E36B68C2C95B}"/>
              </a:ext>
            </a:extLst>
          </p:cNvPr>
          <p:cNvSpPr>
            <a:spLocks noGrp="1"/>
          </p:cNvSpPr>
          <p:nvPr>
            <p:ph type="subTitle" idx="1" hasCustomPrompt="1"/>
          </p:nvPr>
        </p:nvSpPr>
        <p:spPr>
          <a:xfrm>
            <a:off x="838200" y="1767252"/>
            <a:ext cx="5524500" cy="4201501"/>
          </a:xfrm>
          <a:prstGeom prst="rect">
            <a:avLst/>
          </a:prstGeom>
        </p:spPr>
        <p:txBody>
          <a:bodyPr>
            <a:normAutofit/>
          </a:bodyPr>
          <a:lstStyle>
            <a:lvl1pPr marL="342900" indent="-342900" algn="l">
              <a:buClr>
                <a:schemeClr val="accent1"/>
              </a:buClr>
              <a:buFont typeface="Arial" panose="020B0604020202020204" pitchFamily="34" charset="0"/>
              <a:buChar char="•"/>
              <a:defRPr sz="20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Sisuteksti</a:t>
            </a:r>
            <a:r>
              <a:rPr lang="en-US" dirty="0"/>
              <a:t> font - “Calibri” </a:t>
            </a:r>
            <a:r>
              <a:rPr lang="en-US" dirty="0" err="1"/>
              <a:t>või</a:t>
            </a:r>
            <a:r>
              <a:rPr lang="en-US" dirty="0"/>
              <a:t> “Calibri light”. </a:t>
            </a:r>
            <a:r>
              <a:rPr lang="en-US" dirty="0" err="1"/>
              <a:t>Suurus</a:t>
            </a:r>
            <a:r>
              <a:rPr lang="en-US" dirty="0"/>
              <a:t> </a:t>
            </a:r>
            <a:r>
              <a:rPr lang="en-US" dirty="0" err="1"/>
              <a:t>võiks</a:t>
            </a:r>
            <a:r>
              <a:rPr lang="en-US" dirty="0"/>
              <a:t> olla </a:t>
            </a:r>
            <a:r>
              <a:rPr lang="en-US" dirty="0" err="1"/>
              <a:t>vahemikus</a:t>
            </a:r>
            <a:r>
              <a:rPr lang="en-US" dirty="0"/>
              <a:t> 16-36 ja </a:t>
            </a:r>
            <a:r>
              <a:rPr lang="en-US" dirty="0" err="1"/>
              <a:t>suuremate</a:t>
            </a:r>
            <a:r>
              <a:rPr lang="en-US" dirty="0"/>
              <a:t> </a:t>
            </a:r>
            <a:r>
              <a:rPr lang="en-US" dirty="0" err="1"/>
              <a:t>suuruste</a:t>
            </a:r>
            <a:r>
              <a:rPr lang="en-US" dirty="0"/>
              <a:t> 24-36 </a:t>
            </a:r>
            <a:r>
              <a:rPr lang="en-US" dirty="0" err="1"/>
              <a:t>puhul</a:t>
            </a:r>
            <a:r>
              <a:rPr lang="en-US" dirty="0"/>
              <a:t> </a:t>
            </a:r>
            <a:r>
              <a:rPr lang="en-US" dirty="0" err="1"/>
              <a:t>soovituslik</a:t>
            </a:r>
            <a:r>
              <a:rPr lang="en-US" dirty="0"/>
              <a:t> “Calibri Light”. </a:t>
            </a:r>
            <a:r>
              <a:rPr lang="en-US" dirty="0" err="1"/>
              <a:t>Sisutekst</a:t>
            </a:r>
            <a:r>
              <a:rPr lang="en-US" dirty="0"/>
              <a:t> peaks </a:t>
            </a:r>
            <a:r>
              <a:rPr lang="en-US" dirty="0" err="1"/>
              <a:t>olema</a:t>
            </a:r>
            <a:r>
              <a:rPr lang="en-US" dirty="0"/>
              <a:t> </a:t>
            </a:r>
            <a:r>
              <a:rPr lang="en-US" dirty="0" err="1"/>
              <a:t>väiksem</a:t>
            </a:r>
            <a:r>
              <a:rPr lang="en-US" dirty="0"/>
              <a:t> </a:t>
            </a:r>
            <a:r>
              <a:rPr lang="en-US" dirty="0" err="1"/>
              <a:t>kui</a:t>
            </a:r>
            <a:r>
              <a:rPr lang="en-US" dirty="0"/>
              <a:t> </a:t>
            </a:r>
            <a:r>
              <a:rPr lang="en-US" dirty="0" err="1"/>
              <a:t>pealkirja</a:t>
            </a:r>
            <a:r>
              <a:rPr lang="en-US" dirty="0"/>
              <a:t> </a:t>
            </a:r>
            <a:r>
              <a:rPr lang="en-US" dirty="0" err="1"/>
              <a:t>tekst</a:t>
            </a:r>
            <a:r>
              <a:rPr lang="en-US" dirty="0"/>
              <a:t>.</a:t>
            </a:r>
            <a:endParaRPr lang="et-EE" dirty="0"/>
          </a:p>
        </p:txBody>
      </p:sp>
      <p:sp>
        <p:nvSpPr>
          <p:cNvPr id="5" name="Title 1">
            <a:extLst>
              <a:ext uri="{FF2B5EF4-FFF2-40B4-BE49-F238E27FC236}">
                <a16:creationId xmlns:a16="http://schemas.microsoft.com/office/drawing/2014/main" id="{3078D0A6-FDE3-D246-27F2-9F5F9F9E564C}"/>
              </a:ext>
            </a:extLst>
          </p:cNvPr>
          <p:cNvSpPr>
            <a:spLocks noGrp="1"/>
          </p:cNvSpPr>
          <p:nvPr>
            <p:ph type="title" hasCustomPrompt="1"/>
          </p:nvPr>
        </p:nvSpPr>
        <p:spPr>
          <a:xfrm>
            <a:off x="838200" y="612030"/>
            <a:ext cx="10509250" cy="687881"/>
          </a:xfrm>
          <a:prstGeom prst="rect">
            <a:avLst/>
          </a:prstGeom>
        </p:spPr>
        <p:txBody>
          <a:bodyPr wrap="square" anchor="t" anchorCtr="0">
            <a:spAutoFit/>
          </a:bodyPr>
          <a:lstStyle>
            <a:lvl1pPr>
              <a:defRPr sz="4300" b="1">
                <a:solidFill>
                  <a:schemeClr val="accent1"/>
                </a:solidFill>
              </a:defRPr>
            </a:lvl1pPr>
          </a:lstStyle>
          <a:p>
            <a:r>
              <a:rPr lang="en-US" dirty="0" err="1"/>
              <a:t>Pealkiri</a:t>
            </a:r>
            <a:r>
              <a:rPr lang="en-US" dirty="0"/>
              <a:t>: Calibri 30-44</a:t>
            </a:r>
            <a:endParaRPr lang="et-EE" dirty="0"/>
          </a:p>
        </p:txBody>
      </p:sp>
    </p:spTree>
    <p:extLst>
      <p:ext uri="{BB962C8B-B14F-4D97-AF65-F5344CB8AC3E}">
        <p14:creationId xmlns:p14="http://schemas.microsoft.com/office/powerpoint/2010/main" val="3263238005"/>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06_contacts_white 4">
    <p:bg>
      <p:bgRef idx="1001">
        <a:schemeClr val="bg1"/>
      </p:bgRef>
    </p:bg>
    <p:spTree>
      <p:nvGrpSpPr>
        <p:cNvPr id="1" name=""/>
        <p:cNvGrpSpPr/>
        <p:nvPr/>
      </p:nvGrpSpPr>
      <p:grpSpPr>
        <a:xfrm>
          <a:off x="0" y="0"/>
          <a:ext cx="0" cy="0"/>
          <a:chOff x="0" y="0"/>
          <a:chExt cx="0" cy="0"/>
        </a:xfrm>
      </p:grpSpPr>
      <p:pic>
        <p:nvPicPr>
          <p:cNvPr id="7" name="Picture 6" descr="A picture containing night sky&#10;&#10;Description automatically generated">
            <a:extLst>
              <a:ext uri="{FF2B5EF4-FFF2-40B4-BE49-F238E27FC236}">
                <a16:creationId xmlns:a16="http://schemas.microsoft.com/office/drawing/2014/main" id="{02D5F413-52C4-C085-9AF7-8DBFC0951C0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9" name="Picture Placeholder 8">
            <a:extLst>
              <a:ext uri="{FF2B5EF4-FFF2-40B4-BE49-F238E27FC236}">
                <a16:creationId xmlns:a16="http://schemas.microsoft.com/office/drawing/2014/main" id="{B4C2C05D-F7B0-3F4A-C55A-DBFFE0759B08}"/>
              </a:ext>
            </a:extLst>
          </p:cNvPr>
          <p:cNvSpPr>
            <a:spLocks noGrp="1"/>
          </p:cNvSpPr>
          <p:nvPr>
            <p:ph type="pic" sz="quarter" idx="13"/>
          </p:nvPr>
        </p:nvSpPr>
        <p:spPr>
          <a:xfrm>
            <a:off x="665721" y="2862470"/>
            <a:ext cx="1332157" cy="1332158"/>
          </a:xfrm>
          <a:prstGeom prst="rect">
            <a:avLst/>
          </a:prstGeom>
          <a:solidFill>
            <a:schemeClr val="accent1"/>
          </a:solidFill>
        </p:spPr>
        <p:txBody>
          <a:bodyPr/>
          <a:lstStyle/>
          <a:p>
            <a:r>
              <a:rPr lang="en-GB"/>
              <a:t>Click icon to add picture</a:t>
            </a:r>
            <a:endParaRPr lang="et-EE" dirty="0"/>
          </a:p>
        </p:txBody>
      </p:sp>
      <p:sp>
        <p:nvSpPr>
          <p:cNvPr id="34" name="Text Placeholder 33">
            <a:extLst>
              <a:ext uri="{FF2B5EF4-FFF2-40B4-BE49-F238E27FC236}">
                <a16:creationId xmlns:a16="http://schemas.microsoft.com/office/drawing/2014/main" id="{140F2358-E719-4D8C-ECFC-CB3BBBA04871}"/>
              </a:ext>
            </a:extLst>
          </p:cNvPr>
          <p:cNvSpPr>
            <a:spLocks noGrp="1"/>
          </p:cNvSpPr>
          <p:nvPr>
            <p:ph type="body" sz="quarter" idx="23"/>
          </p:nvPr>
        </p:nvSpPr>
        <p:spPr>
          <a:xfrm>
            <a:off x="548921" y="5056100"/>
            <a:ext cx="2098642" cy="558010"/>
          </a:xfrm>
          <a:prstGeom prst="rect">
            <a:avLst/>
          </a:prstGeom>
        </p:spPr>
        <p:txBody>
          <a:bodyPr>
            <a:noAutofit/>
          </a:bodyPr>
          <a:lstStyle>
            <a:lvl1pPr marL="0" indent="0">
              <a:buFontTx/>
              <a:buNone/>
              <a:defRPr sz="1600" b="0">
                <a:solidFill>
                  <a:schemeClr val="tx1"/>
                </a:solidFill>
              </a:defRPr>
            </a:lvl1pPr>
            <a:lvl2pPr marL="457200" indent="0">
              <a:buFontTx/>
              <a:buNone/>
              <a:defRPr sz="1500">
                <a:solidFill>
                  <a:schemeClr val="tx1"/>
                </a:solidFill>
              </a:defRPr>
            </a:lvl2pPr>
          </a:lstStyle>
          <a:p>
            <a:pPr lvl="0"/>
            <a:r>
              <a:rPr lang="en-GB"/>
              <a:t>Click to edit Master text styles</a:t>
            </a:r>
          </a:p>
        </p:txBody>
      </p:sp>
      <p:sp>
        <p:nvSpPr>
          <p:cNvPr id="61" name="Text Placeholder 60">
            <a:extLst>
              <a:ext uri="{FF2B5EF4-FFF2-40B4-BE49-F238E27FC236}">
                <a16:creationId xmlns:a16="http://schemas.microsoft.com/office/drawing/2014/main" id="{7E6DCDA9-930E-D7E6-7714-C885E262D864}"/>
              </a:ext>
            </a:extLst>
          </p:cNvPr>
          <p:cNvSpPr>
            <a:spLocks noGrp="1"/>
          </p:cNvSpPr>
          <p:nvPr>
            <p:ph type="body" sz="quarter" idx="40" hasCustomPrompt="1"/>
          </p:nvPr>
        </p:nvSpPr>
        <p:spPr>
          <a:xfrm>
            <a:off x="548921" y="4402543"/>
            <a:ext cx="2439888" cy="496147"/>
          </a:xfrm>
          <a:prstGeom prst="rect">
            <a:avLst/>
          </a:prstGeom>
        </p:spPr>
        <p:txBody>
          <a:bodyPr>
            <a:noAutofit/>
          </a:bodyPr>
          <a:lstStyle>
            <a:lvl1pPr marL="0" indent="0">
              <a:buFontTx/>
              <a:buNone/>
              <a:defRPr sz="1800">
                <a:solidFill>
                  <a:schemeClr val="tx1"/>
                </a:solidFill>
              </a:defRPr>
            </a:lvl1pPr>
            <a:lvl2pPr marL="457200" indent="0">
              <a:buNone/>
              <a:defRPr/>
            </a:lvl2pPr>
          </a:lstStyle>
          <a:p>
            <a:pPr lvl="0"/>
            <a:r>
              <a:rPr lang="en-US" dirty="0"/>
              <a:t>Click to edit Master text </a:t>
            </a:r>
            <a:r>
              <a:rPr lang="en-US" dirty="0" err="1"/>
              <a:t>styleslevel</a:t>
            </a:r>
            <a:endParaRPr lang="en-US" dirty="0"/>
          </a:p>
        </p:txBody>
      </p:sp>
      <p:pic>
        <p:nvPicPr>
          <p:cNvPr id="77" name="Graphic 76">
            <a:extLst>
              <a:ext uri="{FF2B5EF4-FFF2-40B4-BE49-F238E27FC236}">
                <a16:creationId xmlns:a16="http://schemas.microsoft.com/office/drawing/2014/main" id="{4A8F41FA-7389-939A-5D13-B0D8452D782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65721" y="6336472"/>
            <a:ext cx="1143000" cy="409575"/>
          </a:xfrm>
          <a:prstGeom prst="rect">
            <a:avLst/>
          </a:prstGeom>
        </p:spPr>
      </p:pic>
      <p:sp>
        <p:nvSpPr>
          <p:cNvPr id="78" name="Picture Placeholder 8">
            <a:extLst>
              <a:ext uri="{FF2B5EF4-FFF2-40B4-BE49-F238E27FC236}">
                <a16:creationId xmlns:a16="http://schemas.microsoft.com/office/drawing/2014/main" id="{0ABC76DC-5869-49CD-D6B5-B6337F6FFF7A}"/>
              </a:ext>
            </a:extLst>
          </p:cNvPr>
          <p:cNvSpPr>
            <a:spLocks noGrp="1"/>
          </p:cNvSpPr>
          <p:nvPr>
            <p:ph type="pic" sz="quarter" idx="50"/>
          </p:nvPr>
        </p:nvSpPr>
        <p:spPr>
          <a:xfrm>
            <a:off x="3776757" y="2862470"/>
            <a:ext cx="1332157" cy="1332158"/>
          </a:xfrm>
          <a:prstGeom prst="rect">
            <a:avLst/>
          </a:prstGeom>
          <a:solidFill>
            <a:schemeClr val="accent1"/>
          </a:solidFill>
        </p:spPr>
        <p:txBody>
          <a:bodyPr/>
          <a:lstStyle/>
          <a:p>
            <a:r>
              <a:rPr lang="en-GB"/>
              <a:t>Click icon to add picture</a:t>
            </a:r>
            <a:endParaRPr lang="et-EE" dirty="0"/>
          </a:p>
        </p:txBody>
      </p:sp>
      <p:sp>
        <p:nvSpPr>
          <p:cNvPr id="80" name="Text Placeholder 33">
            <a:extLst>
              <a:ext uri="{FF2B5EF4-FFF2-40B4-BE49-F238E27FC236}">
                <a16:creationId xmlns:a16="http://schemas.microsoft.com/office/drawing/2014/main" id="{B56A3713-6C26-EA28-6980-1929BBE3C34A}"/>
              </a:ext>
            </a:extLst>
          </p:cNvPr>
          <p:cNvSpPr>
            <a:spLocks noGrp="1"/>
          </p:cNvSpPr>
          <p:nvPr>
            <p:ph type="body" sz="quarter" idx="51"/>
          </p:nvPr>
        </p:nvSpPr>
        <p:spPr>
          <a:xfrm>
            <a:off x="3659957" y="5074400"/>
            <a:ext cx="2098642" cy="558010"/>
          </a:xfrm>
          <a:prstGeom prst="rect">
            <a:avLst/>
          </a:prstGeom>
        </p:spPr>
        <p:txBody>
          <a:bodyPr>
            <a:noAutofit/>
          </a:bodyPr>
          <a:lstStyle>
            <a:lvl1pPr marL="0" indent="0">
              <a:buFontTx/>
              <a:buNone/>
              <a:defRPr sz="1600" b="0">
                <a:solidFill>
                  <a:schemeClr val="tx1"/>
                </a:solidFill>
              </a:defRPr>
            </a:lvl1pPr>
            <a:lvl2pPr marL="457200" indent="0">
              <a:buFontTx/>
              <a:buNone/>
              <a:defRPr sz="1500">
                <a:solidFill>
                  <a:schemeClr val="tx1"/>
                </a:solidFill>
              </a:defRPr>
            </a:lvl2pPr>
          </a:lstStyle>
          <a:p>
            <a:pPr lvl="0"/>
            <a:r>
              <a:rPr lang="en-GB"/>
              <a:t>Click to edit Master text styles</a:t>
            </a:r>
          </a:p>
        </p:txBody>
      </p:sp>
      <p:sp>
        <p:nvSpPr>
          <p:cNvPr id="81" name="Text Placeholder 60">
            <a:extLst>
              <a:ext uri="{FF2B5EF4-FFF2-40B4-BE49-F238E27FC236}">
                <a16:creationId xmlns:a16="http://schemas.microsoft.com/office/drawing/2014/main" id="{8AA2532C-50EF-F833-1900-40C41C64D804}"/>
              </a:ext>
            </a:extLst>
          </p:cNvPr>
          <p:cNvSpPr>
            <a:spLocks noGrp="1"/>
          </p:cNvSpPr>
          <p:nvPr>
            <p:ph type="body" sz="quarter" idx="52" hasCustomPrompt="1"/>
          </p:nvPr>
        </p:nvSpPr>
        <p:spPr>
          <a:xfrm>
            <a:off x="3659957" y="4402543"/>
            <a:ext cx="2439888" cy="496147"/>
          </a:xfrm>
          <a:prstGeom prst="rect">
            <a:avLst/>
          </a:prstGeom>
        </p:spPr>
        <p:txBody>
          <a:bodyPr>
            <a:noAutofit/>
          </a:bodyPr>
          <a:lstStyle>
            <a:lvl1pPr marL="0" indent="0">
              <a:buFontTx/>
              <a:buNone/>
              <a:defRPr sz="1800">
                <a:solidFill>
                  <a:schemeClr val="tx1"/>
                </a:solidFill>
              </a:defRPr>
            </a:lvl1pPr>
            <a:lvl2pPr marL="457200" indent="0">
              <a:buNone/>
              <a:defRPr/>
            </a:lvl2pPr>
          </a:lstStyle>
          <a:p>
            <a:pPr lvl="0"/>
            <a:r>
              <a:rPr lang="en-US" dirty="0"/>
              <a:t>Click to edit Master text </a:t>
            </a:r>
            <a:r>
              <a:rPr lang="en-US" dirty="0" err="1"/>
              <a:t>styleslevel</a:t>
            </a:r>
            <a:endParaRPr lang="en-US" dirty="0"/>
          </a:p>
        </p:txBody>
      </p:sp>
      <p:sp>
        <p:nvSpPr>
          <p:cNvPr id="88" name="Picture Placeholder 8">
            <a:extLst>
              <a:ext uri="{FF2B5EF4-FFF2-40B4-BE49-F238E27FC236}">
                <a16:creationId xmlns:a16="http://schemas.microsoft.com/office/drawing/2014/main" id="{92764AE8-30EC-BFBC-1026-AA1B7B5663FD}"/>
              </a:ext>
            </a:extLst>
          </p:cNvPr>
          <p:cNvSpPr>
            <a:spLocks noGrp="1"/>
          </p:cNvSpPr>
          <p:nvPr>
            <p:ph type="pic" sz="quarter" idx="53"/>
          </p:nvPr>
        </p:nvSpPr>
        <p:spPr>
          <a:xfrm>
            <a:off x="6737750" y="2862470"/>
            <a:ext cx="1332157" cy="1332158"/>
          </a:xfrm>
          <a:prstGeom prst="rect">
            <a:avLst/>
          </a:prstGeom>
          <a:solidFill>
            <a:schemeClr val="accent1"/>
          </a:solidFill>
        </p:spPr>
        <p:txBody>
          <a:bodyPr/>
          <a:lstStyle/>
          <a:p>
            <a:r>
              <a:rPr lang="en-GB"/>
              <a:t>Click icon to add picture</a:t>
            </a:r>
            <a:endParaRPr lang="et-EE" dirty="0"/>
          </a:p>
        </p:txBody>
      </p:sp>
      <p:sp>
        <p:nvSpPr>
          <p:cNvPr id="90" name="Text Placeholder 33">
            <a:extLst>
              <a:ext uri="{FF2B5EF4-FFF2-40B4-BE49-F238E27FC236}">
                <a16:creationId xmlns:a16="http://schemas.microsoft.com/office/drawing/2014/main" id="{87831BCD-2CC3-BDA7-FF47-5C030AE3C1DC}"/>
              </a:ext>
            </a:extLst>
          </p:cNvPr>
          <p:cNvSpPr>
            <a:spLocks noGrp="1"/>
          </p:cNvSpPr>
          <p:nvPr>
            <p:ph type="body" sz="quarter" idx="54"/>
          </p:nvPr>
        </p:nvSpPr>
        <p:spPr>
          <a:xfrm>
            <a:off x="6620950" y="5074400"/>
            <a:ext cx="2098642" cy="558010"/>
          </a:xfrm>
          <a:prstGeom prst="rect">
            <a:avLst/>
          </a:prstGeom>
        </p:spPr>
        <p:txBody>
          <a:bodyPr>
            <a:noAutofit/>
          </a:bodyPr>
          <a:lstStyle>
            <a:lvl1pPr marL="0" indent="0">
              <a:buFontTx/>
              <a:buNone/>
              <a:defRPr sz="1600" b="0">
                <a:solidFill>
                  <a:schemeClr val="tx1"/>
                </a:solidFill>
              </a:defRPr>
            </a:lvl1pPr>
            <a:lvl2pPr marL="457200" indent="0">
              <a:buFontTx/>
              <a:buNone/>
              <a:defRPr sz="1500">
                <a:solidFill>
                  <a:schemeClr val="tx1"/>
                </a:solidFill>
              </a:defRPr>
            </a:lvl2pPr>
          </a:lstStyle>
          <a:p>
            <a:pPr lvl="0"/>
            <a:r>
              <a:rPr lang="en-GB"/>
              <a:t>Click to edit Master text styles</a:t>
            </a:r>
          </a:p>
        </p:txBody>
      </p:sp>
      <p:sp>
        <p:nvSpPr>
          <p:cNvPr id="91" name="Text Placeholder 60">
            <a:extLst>
              <a:ext uri="{FF2B5EF4-FFF2-40B4-BE49-F238E27FC236}">
                <a16:creationId xmlns:a16="http://schemas.microsoft.com/office/drawing/2014/main" id="{7819BA3A-95FC-3CDA-EBCE-8E4E777F7543}"/>
              </a:ext>
            </a:extLst>
          </p:cNvPr>
          <p:cNvSpPr>
            <a:spLocks noGrp="1"/>
          </p:cNvSpPr>
          <p:nvPr>
            <p:ph type="body" sz="quarter" idx="55" hasCustomPrompt="1"/>
          </p:nvPr>
        </p:nvSpPr>
        <p:spPr>
          <a:xfrm>
            <a:off x="6620950" y="4402543"/>
            <a:ext cx="2439888" cy="496147"/>
          </a:xfrm>
          <a:prstGeom prst="rect">
            <a:avLst/>
          </a:prstGeom>
        </p:spPr>
        <p:txBody>
          <a:bodyPr>
            <a:noAutofit/>
          </a:bodyPr>
          <a:lstStyle>
            <a:lvl1pPr marL="0" indent="0">
              <a:buFontTx/>
              <a:buNone/>
              <a:defRPr sz="1800">
                <a:solidFill>
                  <a:schemeClr val="tx1"/>
                </a:solidFill>
              </a:defRPr>
            </a:lvl1pPr>
            <a:lvl2pPr marL="457200" indent="0">
              <a:buNone/>
              <a:defRPr/>
            </a:lvl2pPr>
          </a:lstStyle>
          <a:p>
            <a:pPr lvl="0"/>
            <a:r>
              <a:rPr lang="en-US" dirty="0"/>
              <a:t>Click to edit Master text </a:t>
            </a:r>
            <a:r>
              <a:rPr lang="en-US" dirty="0" err="1"/>
              <a:t>styleslevel</a:t>
            </a:r>
            <a:endParaRPr lang="en-US" dirty="0"/>
          </a:p>
        </p:txBody>
      </p:sp>
      <p:sp>
        <p:nvSpPr>
          <p:cNvPr id="92" name="Picture Placeholder 8">
            <a:extLst>
              <a:ext uri="{FF2B5EF4-FFF2-40B4-BE49-F238E27FC236}">
                <a16:creationId xmlns:a16="http://schemas.microsoft.com/office/drawing/2014/main" id="{FB1772AE-CC89-C24A-94BA-8CFBB8AD1C7D}"/>
              </a:ext>
            </a:extLst>
          </p:cNvPr>
          <p:cNvSpPr>
            <a:spLocks noGrp="1"/>
          </p:cNvSpPr>
          <p:nvPr>
            <p:ph type="pic" sz="quarter" idx="56"/>
          </p:nvPr>
        </p:nvSpPr>
        <p:spPr>
          <a:xfrm>
            <a:off x="9848786" y="2862470"/>
            <a:ext cx="1332157" cy="1332158"/>
          </a:xfrm>
          <a:prstGeom prst="rect">
            <a:avLst/>
          </a:prstGeom>
          <a:solidFill>
            <a:schemeClr val="accent1"/>
          </a:solidFill>
        </p:spPr>
        <p:txBody>
          <a:bodyPr/>
          <a:lstStyle/>
          <a:p>
            <a:r>
              <a:rPr lang="en-GB"/>
              <a:t>Click icon to add picture</a:t>
            </a:r>
            <a:endParaRPr lang="et-EE" dirty="0"/>
          </a:p>
        </p:txBody>
      </p:sp>
      <p:sp>
        <p:nvSpPr>
          <p:cNvPr id="94" name="Text Placeholder 33">
            <a:extLst>
              <a:ext uri="{FF2B5EF4-FFF2-40B4-BE49-F238E27FC236}">
                <a16:creationId xmlns:a16="http://schemas.microsoft.com/office/drawing/2014/main" id="{DEC578C4-C5AA-6E3C-9F30-993758121223}"/>
              </a:ext>
            </a:extLst>
          </p:cNvPr>
          <p:cNvSpPr>
            <a:spLocks noGrp="1"/>
          </p:cNvSpPr>
          <p:nvPr>
            <p:ph type="body" sz="quarter" idx="57"/>
          </p:nvPr>
        </p:nvSpPr>
        <p:spPr>
          <a:xfrm>
            <a:off x="9731986" y="5074400"/>
            <a:ext cx="2098642" cy="558010"/>
          </a:xfrm>
          <a:prstGeom prst="rect">
            <a:avLst/>
          </a:prstGeom>
        </p:spPr>
        <p:txBody>
          <a:bodyPr>
            <a:noAutofit/>
          </a:bodyPr>
          <a:lstStyle>
            <a:lvl1pPr marL="0" indent="0">
              <a:buFontTx/>
              <a:buNone/>
              <a:defRPr sz="1600" b="0">
                <a:solidFill>
                  <a:schemeClr val="tx1"/>
                </a:solidFill>
              </a:defRPr>
            </a:lvl1pPr>
            <a:lvl2pPr marL="457200" indent="0">
              <a:buFontTx/>
              <a:buNone/>
              <a:defRPr sz="1500">
                <a:solidFill>
                  <a:schemeClr val="tx1"/>
                </a:solidFill>
              </a:defRPr>
            </a:lvl2pPr>
          </a:lstStyle>
          <a:p>
            <a:pPr lvl="0"/>
            <a:r>
              <a:rPr lang="en-GB"/>
              <a:t>Click to edit Master text styles</a:t>
            </a:r>
          </a:p>
        </p:txBody>
      </p:sp>
      <p:sp>
        <p:nvSpPr>
          <p:cNvPr id="95" name="Text Placeholder 60">
            <a:extLst>
              <a:ext uri="{FF2B5EF4-FFF2-40B4-BE49-F238E27FC236}">
                <a16:creationId xmlns:a16="http://schemas.microsoft.com/office/drawing/2014/main" id="{1E40FADD-478F-39FD-85E3-A2E55DA07DF9}"/>
              </a:ext>
            </a:extLst>
          </p:cNvPr>
          <p:cNvSpPr>
            <a:spLocks noGrp="1"/>
          </p:cNvSpPr>
          <p:nvPr>
            <p:ph type="body" sz="quarter" idx="58" hasCustomPrompt="1"/>
          </p:nvPr>
        </p:nvSpPr>
        <p:spPr>
          <a:xfrm>
            <a:off x="9731986" y="4402543"/>
            <a:ext cx="2439888" cy="496147"/>
          </a:xfrm>
          <a:prstGeom prst="rect">
            <a:avLst/>
          </a:prstGeom>
        </p:spPr>
        <p:txBody>
          <a:bodyPr>
            <a:noAutofit/>
          </a:bodyPr>
          <a:lstStyle>
            <a:lvl1pPr marL="0" indent="0">
              <a:buFontTx/>
              <a:buNone/>
              <a:defRPr sz="1800">
                <a:solidFill>
                  <a:schemeClr val="tx1"/>
                </a:solidFill>
              </a:defRPr>
            </a:lvl1pPr>
            <a:lvl2pPr marL="457200" indent="0">
              <a:buNone/>
              <a:defRPr/>
            </a:lvl2pPr>
          </a:lstStyle>
          <a:p>
            <a:pPr lvl="0"/>
            <a:r>
              <a:rPr lang="en-US" dirty="0"/>
              <a:t>Click to edit Master text </a:t>
            </a:r>
            <a:r>
              <a:rPr lang="en-US" dirty="0" err="1"/>
              <a:t>styleslevel</a:t>
            </a:r>
            <a:endParaRPr lang="en-US" dirty="0"/>
          </a:p>
        </p:txBody>
      </p:sp>
      <p:sp>
        <p:nvSpPr>
          <p:cNvPr id="2" name="Title 16">
            <a:extLst>
              <a:ext uri="{FF2B5EF4-FFF2-40B4-BE49-F238E27FC236}">
                <a16:creationId xmlns:a16="http://schemas.microsoft.com/office/drawing/2014/main" id="{6E9984FE-859B-F235-FA0B-4A62DDD05697}"/>
              </a:ext>
            </a:extLst>
          </p:cNvPr>
          <p:cNvSpPr>
            <a:spLocks noGrp="1"/>
          </p:cNvSpPr>
          <p:nvPr>
            <p:ph type="title" hasCustomPrompt="1"/>
          </p:nvPr>
        </p:nvSpPr>
        <p:spPr>
          <a:xfrm>
            <a:off x="296518" y="1373248"/>
            <a:ext cx="11598965" cy="722202"/>
          </a:xfrm>
          <a:prstGeom prst="rect">
            <a:avLst/>
          </a:prstGeom>
        </p:spPr>
        <p:txBody>
          <a:bodyPr>
            <a:normAutofit/>
          </a:bodyPr>
          <a:lstStyle>
            <a:lvl1pPr algn="ctr">
              <a:defRPr sz="3600" b="1">
                <a:solidFill>
                  <a:schemeClr val="accent1"/>
                </a:solidFill>
              </a:defRPr>
            </a:lvl1pPr>
          </a:lstStyle>
          <a:p>
            <a:r>
              <a:rPr lang="en-US" dirty="0" err="1"/>
              <a:t>Pealkiri</a:t>
            </a:r>
            <a:r>
              <a:rPr lang="en-US" dirty="0"/>
              <a:t>: Calibri 30-44</a:t>
            </a:r>
            <a:endParaRPr lang="et-EE" dirty="0"/>
          </a:p>
        </p:txBody>
      </p:sp>
    </p:spTree>
    <p:extLst>
      <p:ext uri="{BB962C8B-B14F-4D97-AF65-F5344CB8AC3E}">
        <p14:creationId xmlns:p14="http://schemas.microsoft.com/office/powerpoint/2010/main" val="311486314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0" userDrawn="1">
          <p15:clr>
            <a:srgbClr val="FBAE40"/>
          </p15:clr>
        </p15:guide>
        <p15:guide id="2" orient="horz" pos="2772"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sv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15950CAD-20B8-F2DA-717A-139C78BCCACE}"/>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829918" y="746540"/>
            <a:ext cx="1948696" cy="710701"/>
          </a:xfrm>
          <a:prstGeom prst="rect">
            <a:avLst/>
          </a:prstGeom>
        </p:spPr>
      </p:pic>
    </p:spTree>
    <p:extLst>
      <p:ext uri="{BB962C8B-B14F-4D97-AF65-F5344CB8AC3E}">
        <p14:creationId xmlns:p14="http://schemas.microsoft.com/office/powerpoint/2010/main" val="3529854708"/>
      </p:ext>
    </p:extLst>
  </p:cSld>
  <p:clrMap bg1="lt1" tx1="dk1" bg2="lt2" tx2="dk2" accent1="accent1" accent2="accent2" accent3="accent3" accent4="accent4" accent5="accent5" accent6="accent6" hlink="hlink" folHlink="folHlink"/>
  <p:sldLayoutIdLst>
    <p:sldLayoutId id="2147483661" r:id="rId1"/>
    <p:sldLayoutId id="2147483668" r:id="rId2"/>
    <p:sldLayoutId id="2147483693" r:id="rId3"/>
    <p:sldLayoutId id="2147483670" r:id="rId4"/>
    <p:sldLayoutId id="2147483683" r:id="rId5"/>
    <p:sldLayoutId id="2147483688" r:id="rId6"/>
    <p:sldLayoutId id="2147483694" r:id="rId7"/>
    <p:sldLayoutId id="2147483691" r:id="rId8"/>
    <p:sldLayoutId id="2147483678" r:id="rId9"/>
    <p:sldLayoutId id="2147483680" r:id="rId10"/>
    <p:sldLayoutId id="2147483679" r:id="rId11"/>
    <p:sldLayoutId id="2147483696" r:id="rId12"/>
    <p:sldLayoutId id="2147483690" r:id="rId13"/>
    <p:sldLayoutId id="2147483671" r:id="rId14"/>
  </p:sldLayoutIdLst>
  <p:hf hdr="0" ftr="0" dt="0"/>
  <p:txStyles>
    <p:titleStyle>
      <a:lvl1pPr algn="l" defTabSz="914400" rtl="0" eaLnBrk="1" latinLnBrk="0" hangingPunct="1">
        <a:lnSpc>
          <a:spcPct val="90000"/>
        </a:lnSpc>
        <a:spcBef>
          <a:spcPct val="0"/>
        </a:spcBef>
        <a:buNone/>
        <a:defRPr sz="4800" kern="1200">
          <a:solidFill>
            <a:schemeClr val="bg1"/>
          </a:solidFill>
          <a:latin typeface="Calibri" panose="020F0502020204030204" pitchFamily="34" charset="0"/>
          <a:ea typeface="+mj-ea"/>
          <a:cs typeface="+mj-cs"/>
        </a:defRPr>
      </a:lvl1pPr>
    </p:titleStyle>
    <p:bodyStyle>
      <a:lvl1pPr marL="0" indent="0" algn="l" defTabSz="914400" rtl="0" eaLnBrk="1" latinLnBrk="0" hangingPunct="1">
        <a:lnSpc>
          <a:spcPct val="90000"/>
        </a:lnSpc>
        <a:spcBef>
          <a:spcPts val="1000"/>
        </a:spcBef>
        <a:buClr>
          <a:schemeClr val="accent2"/>
        </a:buClr>
        <a:buFont typeface="Arial" panose="020B0604020202020204" pitchFamily="34" charset="0"/>
        <a:buNone/>
        <a:defRPr sz="2000" b="1" kern="1200">
          <a:solidFill>
            <a:schemeClr val="bg1"/>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bg1"/>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1700" i="0" kern="1200">
          <a:solidFill>
            <a:schemeClr val="bg1"/>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bg1"/>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t-E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a:bodyPr>
          <a:lstStyle/>
          <a:p>
            <a:r>
              <a:t>Group 9 (Adson et al.), Vasser Lab, 2025</a:t>
            </a:r>
          </a:p>
        </p:txBody>
      </p:sp>
      <p:sp>
        <p:nvSpPr>
          <p:cNvPr id="3" name="Text Placeholder 2"/>
          <p:cNvSpPr>
            <a:spLocks noGrp="1"/>
          </p:cNvSpPr>
          <p:nvPr>
            <p:ph type="body" idx="13"/>
          </p:nvPr>
        </p:nvSpPr>
        <p:spPr/>
        <p:txBody>
          <a:bodyPr/>
          <a:lstStyle/>
          <a:p>
            <a:endParaRPr/>
          </a:p>
        </p:txBody>
      </p:sp>
      <p:sp>
        <p:nvSpPr>
          <p:cNvPr id="4" name="Title 3"/>
          <p:cNvSpPr>
            <a:spLocks noGrp="1"/>
          </p:cNvSpPr>
          <p:nvPr>
            <p:ph type="title"/>
          </p:nvPr>
        </p:nvSpPr>
        <p:spPr/>
        <p:txBody>
          <a:bodyPr>
            <a:normAutofit/>
          </a:bodyPr>
          <a:lstStyle/>
          <a:p>
            <a:r>
              <a:t>Blinded by Distraction: Smart Glasses vs. Smartphone and Inattentional Blindness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t>Introduction</a:t>
            </a:r>
          </a:p>
        </p:txBody>
      </p:sp>
      <p:sp>
        <p:nvSpPr>
          <p:cNvPr id="3" name="Subtitle 2"/>
          <p:cNvSpPr>
            <a:spLocks noGrp="1"/>
          </p:cNvSpPr>
          <p:nvPr>
            <p:ph type="subTitle" idx="1"/>
          </p:nvPr>
        </p:nvSpPr>
        <p:spPr/>
        <p:txBody>
          <a:bodyPr>
            <a:normAutofit/>
          </a:bodyPr>
          <a:lstStyle/>
          <a:p>
            <a:r>
              <a:t>Investigating how wearable (Meta smart glasses) and handheld (smartphone) devices, under varying cognitive load, affect inattentional blindness during walking.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r>
              <a:t>- Inattentional blindness (IB) occurs when obvious stimuli are missed while attention is elsewhere (Simons &amp; Chabris, 1999).</a:t>
            </a:r>
          </a:p>
          <a:p>
            <a:r>
              <a:t>- VR/MR methods increase ecological validity but may reduce experimental sensitivity (Vasser &amp; Aru, 2020).</a:t>
            </a:r>
          </a:p>
        </p:txBody>
      </p:sp>
      <p:sp>
        <p:nvSpPr>
          <p:cNvPr id="3" name="Content Placeholder 2"/>
          <p:cNvSpPr>
            <a:spLocks noGrp="1"/>
          </p:cNvSpPr>
          <p:nvPr>
            <p:ph sz="half" idx="2"/>
          </p:nvPr>
        </p:nvSpPr>
        <p:spPr/>
        <p:txBody>
          <a:bodyPr>
            <a:normAutofit/>
          </a:bodyPr>
          <a:lstStyle/>
          <a:p>
            <a:r>
              <a:t>- Smartphone use while walking leads to reduced awareness (Appel et al., 2019).</a:t>
            </a:r>
          </a:p>
          <a:p>
            <a:r>
              <a:t>- Smart glasses offer heads‑up display; unknown whether they are more or less distracting than phones.</a:t>
            </a:r>
          </a:p>
        </p:txBody>
      </p:sp>
      <p:sp>
        <p:nvSpPr>
          <p:cNvPr id="4" name="Title 3"/>
          <p:cNvSpPr>
            <a:spLocks noGrp="1"/>
          </p:cNvSpPr>
          <p:nvPr>
            <p:ph type="title"/>
          </p:nvPr>
        </p:nvSpPr>
        <p:spPr/>
        <p:txBody>
          <a:bodyPr>
            <a:normAutofit/>
          </a:bodyPr>
          <a:lstStyle/>
          <a:p>
            <a:r>
              <a:t>Background &amp; Motivation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r>
              <a:t>Research question: Does a simulated Meta smart‑glasses experience affect IB differently from smartphone use while walking?</a:t>
            </a:r>
          </a:p>
          <a:p>
            <a:r>
              <a:t>Null hypothesis: No significant differences in detection rates between devices or load conditions.</a:t>
            </a:r>
          </a:p>
          <a:p>
            <a:r>
              <a:t>Alternative hypotheses: (1) Main effect of device – glasses increase IB more than phone. (2) Interaction – glasses with high cognitive load produce the greatest IB.</a:t>
            </a:r>
          </a:p>
        </p:txBody>
      </p:sp>
      <p:sp>
        <p:nvSpPr>
          <p:cNvPr id="3" name="Title 2"/>
          <p:cNvSpPr>
            <a:spLocks noGrp="1"/>
          </p:cNvSpPr>
          <p:nvPr>
            <p:ph type="title"/>
          </p:nvPr>
        </p:nvSpPr>
        <p:spPr/>
        <p:txBody>
          <a:bodyPr>
            <a:normAutofit/>
          </a:bodyPr>
          <a:lstStyle/>
          <a:p>
            <a:r>
              <a:t>Research Questions &amp; Hypotheses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r>
              <a:t>2 × 2 factorial: Device (Meta glasses vs. smartphone) × Cognitive load (low vs. high).</a:t>
            </a:r>
          </a:p>
          <a:p>
            <a:r>
              <a:t>All participants (N=8) completed each of the four blocks in counterbalanced order; each block ~2 min.</a:t>
            </a:r>
          </a:p>
        </p:txBody>
      </p:sp>
      <p:sp>
        <p:nvSpPr>
          <p:cNvPr id="3" name="Content Placeholder 2"/>
          <p:cNvSpPr>
            <a:spLocks noGrp="1"/>
          </p:cNvSpPr>
          <p:nvPr>
            <p:ph sz="half" idx="2"/>
          </p:nvPr>
        </p:nvSpPr>
        <p:spPr/>
        <p:txBody>
          <a:bodyPr>
            <a:normAutofit/>
          </a:bodyPr>
          <a:lstStyle/>
          <a:p>
            <a:r>
              <a:t>Procedure: Walk through L‑shaped corridor in VR, perform assigned task (HUD vs. phone interface), experience occasional unexpected objects (Red Bull cans, books). After each block, report detected objects and rate attentional focus (1‑5 Likert).</a:t>
            </a:r>
          </a:p>
        </p:txBody>
      </p:sp>
      <p:sp>
        <p:nvSpPr>
          <p:cNvPr id="4" name="Title 3"/>
          <p:cNvSpPr>
            <a:spLocks noGrp="1"/>
          </p:cNvSpPr>
          <p:nvPr>
            <p:ph type="title"/>
          </p:nvPr>
        </p:nvSpPr>
        <p:spPr/>
        <p:txBody>
          <a:bodyPr>
            <a:normAutofit/>
          </a:bodyPr>
          <a:lstStyle/>
          <a:p>
            <a:r>
              <a:t>Experimental Design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r>
              <a:t>Eight participants (after excluding 2) completed all conditions. Primary dependent variable: detection rate of unexpected objects. Additional measures: subjective attentional focus ratings and questionnaire on habitual smartphone use/screen time.</a:t>
            </a:r>
          </a:p>
        </p:txBody>
      </p:sp>
      <p:sp>
        <p:nvSpPr>
          <p:cNvPr id="3" name="Title 2"/>
          <p:cNvSpPr>
            <a:spLocks noGrp="1"/>
          </p:cNvSpPr>
          <p:nvPr>
            <p:ph type="title"/>
          </p:nvPr>
        </p:nvSpPr>
        <p:spPr/>
        <p:txBody>
          <a:bodyPr>
            <a:normAutofit/>
          </a:bodyPr>
          <a:lstStyle/>
          <a:p>
            <a:r>
              <a:t>Participants &amp; Measures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endParaRPr/>
          </a:p>
        </p:txBody>
      </p:sp>
      <p:sp>
        <p:nvSpPr>
          <p:cNvPr id="3" name="Title 2"/>
          <p:cNvSpPr>
            <a:spLocks noGrp="1"/>
          </p:cNvSpPr>
          <p:nvPr>
            <p:ph type="title"/>
          </p:nvPr>
        </p:nvSpPr>
        <p:spPr/>
        <p:txBody>
          <a:bodyPr>
            <a:normAutofit/>
          </a:bodyPr>
          <a:lstStyle/>
          <a:p>
            <a:r>
              <a:t>Detection Rates (Mean ± SD)</a:t>
            </a:r>
          </a:p>
        </p:txBody>
      </p:sp>
      <p:graphicFrame>
        <p:nvGraphicFramePr>
          <p:cNvPr id="4" name="Table 3"/>
          <p:cNvGraphicFramePr>
            <a:graphicFrameLocks noGrp="1"/>
          </p:cNvGraphicFramePr>
          <p:nvPr/>
        </p:nvGraphicFramePr>
        <p:xfrm>
          <a:off x="640080" y="1463040"/>
          <a:ext cx="10881360" cy="1828800"/>
        </p:xfrm>
        <a:graphic>
          <a:graphicData uri="http://schemas.openxmlformats.org/drawingml/2006/table">
            <a:tbl>
              <a:tblPr firstRow="1" bandRow="1">
                <a:tableStyleId>{5C22544A-7EE6-4342-B048-85BDC9FD1C3A}</a:tableStyleId>
              </a:tblPr>
              <a:tblGrid>
                <a:gridCol w="2720340">
                  <a:extLst>
                    <a:ext uri="{9D8B030D-6E8A-4147-A177-3AD203B41FA5}">
                      <a16:colId xmlns:a16="http://schemas.microsoft.com/office/drawing/2014/main" val="20000"/>
                    </a:ext>
                  </a:extLst>
                </a:gridCol>
                <a:gridCol w="2720340">
                  <a:extLst>
                    <a:ext uri="{9D8B030D-6E8A-4147-A177-3AD203B41FA5}">
                      <a16:colId xmlns:a16="http://schemas.microsoft.com/office/drawing/2014/main" val="20001"/>
                    </a:ext>
                  </a:extLst>
                </a:gridCol>
                <a:gridCol w="2720340">
                  <a:extLst>
                    <a:ext uri="{9D8B030D-6E8A-4147-A177-3AD203B41FA5}">
                      <a16:colId xmlns:a16="http://schemas.microsoft.com/office/drawing/2014/main" val="20002"/>
                    </a:ext>
                  </a:extLst>
                </a:gridCol>
                <a:gridCol w="2720340">
                  <a:extLst>
                    <a:ext uri="{9D8B030D-6E8A-4147-A177-3AD203B41FA5}">
                      <a16:colId xmlns:a16="http://schemas.microsoft.com/office/drawing/2014/main" val="20003"/>
                    </a:ext>
                  </a:extLst>
                </a:gridCol>
              </a:tblGrid>
              <a:tr h="365760">
                <a:tc>
                  <a:txBody>
                    <a:bodyPr/>
                    <a:lstStyle/>
                    <a:p>
                      <a:r>
                        <a:rPr b="1"/>
                        <a:t>Condition</a:t>
                      </a:r>
                    </a:p>
                  </a:txBody>
                  <a:tcPr/>
                </a:tc>
                <a:tc>
                  <a:txBody>
                    <a:bodyPr/>
                    <a:lstStyle/>
                    <a:p>
                      <a:r>
                        <a:rPr b="1"/>
                        <a:t>Mean</a:t>
                      </a:r>
                    </a:p>
                  </a:txBody>
                  <a:tcPr/>
                </a:tc>
                <a:tc>
                  <a:txBody>
                    <a:bodyPr/>
                    <a:lstStyle/>
                    <a:p>
                      <a:r>
                        <a:rPr b="1"/>
                        <a:t>SD</a:t>
                      </a:r>
                    </a:p>
                  </a:txBody>
                  <a:tcPr/>
                </a:tc>
                <a:tc>
                  <a:txBody>
                    <a:bodyPr/>
                    <a:lstStyle/>
                    <a:p>
                      <a:r>
                        <a:rPr b="1"/>
                        <a:t>Range</a:t>
                      </a:r>
                    </a:p>
                  </a:txBody>
                  <a:tcPr/>
                </a:tc>
                <a:extLst>
                  <a:ext uri="{0D108BD9-81ED-4DB2-BD59-A6C34878D82A}">
                    <a16:rowId xmlns:a16="http://schemas.microsoft.com/office/drawing/2014/main" val="10000"/>
                  </a:ext>
                </a:extLst>
              </a:tr>
              <a:tr h="365760">
                <a:tc>
                  <a:txBody>
                    <a:bodyPr/>
                    <a:lstStyle/>
                    <a:p>
                      <a:r>
                        <a:t>Meta–low</a:t>
                      </a:r>
                    </a:p>
                  </a:txBody>
                  <a:tcPr/>
                </a:tc>
                <a:tc>
                  <a:txBody>
                    <a:bodyPr/>
                    <a:lstStyle/>
                    <a:p>
                      <a:r>
                        <a:t>1.50</a:t>
                      </a:r>
                    </a:p>
                  </a:txBody>
                  <a:tcPr/>
                </a:tc>
                <a:tc>
                  <a:txBody>
                    <a:bodyPr/>
                    <a:lstStyle/>
                    <a:p>
                      <a:r>
                        <a:t>1.69</a:t>
                      </a:r>
                    </a:p>
                  </a:txBody>
                  <a:tcPr/>
                </a:tc>
                <a:tc>
                  <a:txBody>
                    <a:bodyPr/>
                    <a:lstStyle/>
                    <a:p>
                      <a:r>
                        <a:t>0‑4</a:t>
                      </a:r>
                    </a:p>
                  </a:txBody>
                  <a:tcPr/>
                </a:tc>
                <a:extLst>
                  <a:ext uri="{0D108BD9-81ED-4DB2-BD59-A6C34878D82A}">
                    <a16:rowId xmlns:a16="http://schemas.microsoft.com/office/drawing/2014/main" val="10001"/>
                  </a:ext>
                </a:extLst>
              </a:tr>
              <a:tr h="365760">
                <a:tc>
                  <a:txBody>
                    <a:bodyPr/>
                    <a:lstStyle/>
                    <a:p>
                      <a:r>
                        <a:t>Meta–high</a:t>
                      </a:r>
                    </a:p>
                  </a:txBody>
                  <a:tcPr/>
                </a:tc>
                <a:tc>
                  <a:txBody>
                    <a:bodyPr/>
                    <a:lstStyle/>
                    <a:p>
                      <a:r>
                        <a:t>3.00</a:t>
                      </a:r>
                    </a:p>
                  </a:txBody>
                  <a:tcPr/>
                </a:tc>
                <a:tc>
                  <a:txBody>
                    <a:bodyPr/>
                    <a:lstStyle/>
                    <a:p>
                      <a:r>
                        <a:t>3.70</a:t>
                      </a:r>
                    </a:p>
                  </a:txBody>
                  <a:tcPr/>
                </a:tc>
                <a:tc>
                  <a:txBody>
                    <a:bodyPr/>
                    <a:lstStyle/>
                    <a:p>
                      <a:r>
                        <a:t>0‑10</a:t>
                      </a:r>
                    </a:p>
                  </a:txBody>
                  <a:tcPr/>
                </a:tc>
                <a:extLst>
                  <a:ext uri="{0D108BD9-81ED-4DB2-BD59-A6C34878D82A}">
                    <a16:rowId xmlns:a16="http://schemas.microsoft.com/office/drawing/2014/main" val="10002"/>
                  </a:ext>
                </a:extLst>
              </a:tr>
              <a:tr h="365760">
                <a:tc>
                  <a:txBody>
                    <a:bodyPr/>
                    <a:lstStyle/>
                    <a:p>
                      <a:r>
                        <a:t>Phone–low</a:t>
                      </a:r>
                    </a:p>
                  </a:txBody>
                  <a:tcPr/>
                </a:tc>
                <a:tc>
                  <a:txBody>
                    <a:bodyPr/>
                    <a:lstStyle/>
                    <a:p>
                      <a:r>
                        <a:t>1.56</a:t>
                      </a:r>
                    </a:p>
                  </a:txBody>
                  <a:tcPr/>
                </a:tc>
                <a:tc>
                  <a:txBody>
                    <a:bodyPr/>
                    <a:lstStyle/>
                    <a:p>
                      <a:r>
                        <a:t>1.99</a:t>
                      </a:r>
                    </a:p>
                  </a:txBody>
                  <a:tcPr/>
                </a:tc>
                <a:tc>
                  <a:txBody>
                    <a:bodyPr/>
                    <a:lstStyle/>
                    <a:p>
                      <a:r>
                        <a:t>0‑5</a:t>
                      </a:r>
                    </a:p>
                  </a:txBody>
                  <a:tcPr/>
                </a:tc>
                <a:extLst>
                  <a:ext uri="{0D108BD9-81ED-4DB2-BD59-A6C34878D82A}">
                    <a16:rowId xmlns:a16="http://schemas.microsoft.com/office/drawing/2014/main" val="10003"/>
                  </a:ext>
                </a:extLst>
              </a:tr>
              <a:tr h="365760">
                <a:tc>
                  <a:txBody>
                    <a:bodyPr/>
                    <a:lstStyle/>
                    <a:p>
                      <a:r>
                        <a:t>Phone–high</a:t>
                      </a:r>
                    </a:p>
                  </a:txBody>
                  <a:tcPr/>
                </a:tc>
                <a:tc>
                  <a:txBody>
                    <a:bodyPr/>
                    <a:lstStyle/>
                    <a:p>
                      <a:r>
                        <a:t>2.25</a:t>
                      </a:r>
                    </a:p>
                  </a:txBody>
                  <a:tcPr/>
                </a:tc>
                <a:tc>
                  <a:txBody>
                    <a:bodyPr/>
                    <a:lstStyle/>
                    <a:p>
                      <a:r>
                        <a:t>2.92</a:t>
                      </a:r>
                    </a:p>
                  </a:txBody>
                  <a:tcPr/>
                </a:tc>
                <a:tc>
                  <a:txBody>
                    <a:bodyPr/>
                    <a:lstStyle/>
                    <a:p>
                      <a:r>
                        <a:t>0‑8</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r>
              <a:t>Repeated‑measures ANOVA showed no significant main effects or interaction (Device F=0.09, p=.77; Load F=1.47, p=.27; Device×Load F=0.21, p=.66).</a:t>
            </a:r>
          </a:p>
          <a:p>
            <a:r>
              <a:t>Wilcoxon signed‑rank tests for each pairwise comparison were also non‑significant (all p &gt; .4).</a:t>
            </a:r>
          </a:p>
        </p:txBody>
      </p:sp>
      <p:sp>
        <p:nvSpPr>
          <p:cNvPr id="3" name="Title 2"/>
          <p:cNvSpPr>
            <a:spLocks noGrp="1"/>
          </p:cNvSpPr>
          <p:nvPr>
            <p:ph type="title"/>
          </p:nvPr>
        </p:nvSpPr>
        <p:spPr/>
        <p:txBody>
          <a:bodyPr>
            <a:normAutofit/>
          </a:bodyPr>
          <a:lstStyle/>
          <a:p>
            <a:r>
              <a:t>Inferential Statistics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r>
              <a:t>Spearman correlations between detection rates and subjective attention or weekly screen time were non‑significant for both devices and load levels (all |r_s| ≤ .33, p &gt; .4).</a:t>
            </a:r>
          </a:p>
        </p:txBody>
      </p:sp>
      <p:sp>
        <p:nvSpPr>
          <p:cNvPr id="3" name="Title 2"/>
          <p:cNvSpPr>
            <a:spLocks noGrp="1"/>
          </p:cNvSpPr>
          <p:nvPr>
            <p:ph type="title"/>
          </p:nvPr>
        </p:nvSpPr>
        <p:spPr/>
        <p:txBody>
          <a:bodyPr>
            <a:normAutofit/>
          </a:bodyPr>
          <a:lstStyle/>
          <a:p>
            <a:r>
              <a:t>Correlation Analyses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r>
              <a:t>- No reliable effect of device type or cognitive load on IB; supports the null hypothesis.</a:t>
            </a:r>
          </a:p>
          <a:p>
            <a:r>
              <a:t>- Both glasses HUD and phone tasks likely captured attention enough to produce low detection overall, masking subtle differences.</a:t>
            </a:r>
          </a:p>
        </p:txBody>
      </p:sp>
      <p:sp>
        <p:nvSpPr>
          <p:cNvPr id="3" name="Content Placeholder 2"/>
          <p:cNvSpPr>
            <a:spLocks noGrp="1"/>
          </p:cNvSpPr>
          <p:nvPr>
            <p:ph sz="half" idx="2"/>
          </p:nvPr>
        </p:nvSpPr>
        <p:spPr/>
        <p:txBody>
          <a:bodyPr>
            <a:normAutofit/>
          </a:bodyPr>
          <a:lstStyle/>
          <a:p>
            <a:r>
              <a:t>- Implication: Interface design (frequency of interruptions, content complexity) may matter more than device label.</a:t>
            </a:r>
          </a:p>
          <a:p>
            <a:r>
              <a:t>- Future work: larger sample, more sensitive cognitive‑load manipulations, eye‑tracking, and testing in real‑world outdoor settings.</a:t>
            </a:r>
          </a:p>
        </p:txBody>
      </p:sp>
      <p:sp>
        <p:nvSpPr>
          <p:cNvPr id="4" name="Title 3"/>
          <p:cNvSpPr>
            <a:spLocks noGrp="1"/>
          </p:cNvSpPr>
          <p:nvPr>
            <p:ph type="title"/>
          </p:nvPr>
        </p:nvSpPr>
        <p:spPr/>
        <p:txBody>
          <a:bodyPr>
            <a:normAutofit/>
          </a:bodyPr>
          <a:lstStyle/>
          <a:p>
            <a:r>
              <a:t>Discussion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r>
              <a:t>1. Smart‑glasses and smartphones similarly reduce environmental awareness when engaged with content while walking.</a:t>
            </a:r>
          </a:p>
          <a:p>
            <a:r>
              <a:t>2. In this MR paradigm, device type did not produce a statistically detectable difference in IB.</a:t>
            </a:r>
          </a:p>
          <a:p>
            <a:r>
              <a:t>3. Design considerations should focus on interaction demands rather than device branding.</a:t>
            </a:r>
          </a:p>
        </p:txBody>
      </p:sp>
      <p:sp>
        <p:nvSpPr>
          <p:cNvPr id="3" name="Title 2"/>
          <p:cNvSpPr>
            <a:spLocks noGrp="1"/>
          </p:cNvSpPr>
          <p:nvPr>
            <p:ph type="title"/>
          </p:nvPr>
        </p:nvSpPr>
        <p:spPr/>
        <p:txBody>
          <a:bodyPr>
            <a:normAutofit/>
          </a:bodyPr>
          <a:lstStyle/>
          <a:p>
            <a:r>
              <a:t>Conclusions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3"/>
          </p:nvPr>
        </p:nvSpPr>
        <p:spPr/>
        <p:txBody>
          <a:bodyPr/>
          <a:lstStyle/>
          <a:p>
            <a:endParaRPr/>
          </a:p>
        </p:txBody>
      </p:sp>
      <p:sp>
        <p:nvSpPr>
          <p:cNvPr id="3" name="Text Placeholder 2"/>
          <p:cNvSpPr>
            <a:spLocks noGrp="1"/>
          </p:cNvSpPr>
          <p:nvPr>
            <p:ph type="body" sz="quarter" idx="23"/>
          </p:nvPr>
        </p:nvSpPr>
        <p:spPr/>
        <p:txBody>
          <a:bodyPr>
            <a:normAutofit/>
          </a:bodyPr>
          <a:lstStyle/>
          <a:p>
            <a:r>
              <a:t>Thanks to all participants, supervisor Madis Vasser, PhD, and the research team (Adson, Agasild, Roht, Lahe, Varul).</a:t>
            </a:r>
          </a:p>
        </p:txBody>
      </p:sp>
      <p:sp>
        <p:nvSpPr>
          <p:cNvPr id="4" name="Text Placeholder 3"/>
          <p:cNvSpPr>
            <a:spLocks noGrp="1"/>
          </p:cNvSpPr>
          <p:nvPr>
            <p:ph type="body" sz="quarter" idx="40"/>
          </p:nvPr>
        </p:nvSpPr>
        <p:spPr/>
        <p:txBody>
          <a:bodyPr/>
          <a:lstStyle/>
          <a:p>
            <a:endParaRPr/>
          </a:p>
        </p:txBody>
      </p:sp>
      <p:sp>
        <p:nvSpPr>
          <p:cNvPr id="5" name="Picture Placeholder 4"/>
          <p:cNvSpPr>
            <a:spLocks noGrp="1"/>
          </p:cNvSpPr>
          <p:nvPr>
            <p:ph type="pic" sz="quarter" idx="50"/>
          </p:nvPr>
        </p:nvSpPr>
        <p:spPr/>
        <p:txBody>
          <a:bodyPr/>
          <a:lstStyle/>
          <a:p>
            <a:endParaRPr/>
          </a:p>
        </p:txBody>
      </p:sp>
      <p:sp>
        <p:nvSpPr>
          <p:cNvPr id="6" name="Text Placeholder 5"/>
          <p:cNvSpPr>
            <a:spLocks noGrp="1"/>
          </p:cNvSpPr>
          <p:nvPr>
            <p:ph type="body" sz="quarter" idx="51"/>
          </p:nvPr>
        </p:nvSpPr>
        <p:spPr/>
        <p:txBody>
          <a:bodyPr/>
          <a:lstStyle/>
          <a:p>
            <a:endParaRPr/>
          </a:p>
        </p:txBody>
      </p:sp>
      <p:sp>
        <p:nvSpPr>
          <p:cNvPr id="7" name="Text Placeholder 6"/>
          <p:cNvSpPr>
            <a:spLocks noGrp="1"/>
          </p:cNvSpPr>
          <p:nvPr>
            <p:ph type="body" sz="quarter" idx="52"/>
          </p:nvPr>
        </p:nvSpPr>
        <p:spPr/>
        <p:txBody>
          <a:bodyPr/>
          <a:lstStyle/>
          <a:p>
            <a:endParaRPr/>
          </a:p>
        </p:txBody>
      </p:sp>
      <p:sp>
        <p:nvSpPr>
          <p:cNvPr id="8" name="Picture Placeholder 7"/>
          <p:cNvSpPr>
            <a:spLocks noGrp="1"/>
          </p:cNvSpPr>
          <p:nvPr>
            <p:ph type="pic" sz="quarter" idx="53"/>
          </p:nvPr>
        </p:nvSpPr>
        <p:spPr/>
        <p:txBody>
          <a:bodyPr/>
          <a:lstStyle/>
          <a:p>
            <a:endParaRPr/>
          </a:p>
        </p:txBody>
      </p:sp>
      <p:sp>
        <p:nvSpPr>
          <p:cNvPr id="9" name="Text Placeholder 8"/>
          <p:cNvSpPr>
            <a:spLocks noGrp="1"/>
          </p:cNvSpPr>
          <p:nvPr>
            <p:ph type="body" sz="quarter" idx="54"/>
          </p:nvPr>
        </p:nvSpPr>
        <p:spPr/>
        <p:txBody>
          <a:bodyPr/>
          <a:lstStyle/>
          <a:p>
            <a:endParaRPr/>
          </a:p>
        </p:txBody>
      </p:sp>
      <p:sp>
        <p:nvSpPr>
          <p:cNvPr id="10" name="Text Placeholder 9"/>
          <p:cNvSpPr>
            <a:spLocks noGrp="1"/>
          </p:cNvSpPr>
          <p:nvPr>
            <p:ph type="body" sz="quarter" idx="55"/>
          </p:nvPr>
        </p:nvSpPr>
        <p:spPr/>
        <p:txBody>
          <a:bodyPr/>
          <a:lstStyle/>
          <a:p>
            <a:endParaRPr/>
          </a:p>
        </p:txBody>
      </p:sp>
      <p:sp>
        <p:nvSpPr>
          <p:cNvPr id="11" name="Picture Placeholder 10"/>
          <p:cNvSpPr>
            <a:spLocks noGrp="1"/>
          </p:cNvSpPr>
          <p:nvPr>
            <p:ph type="pic" sz="quarter" idx="56"/>
          </p:nvPr>
        </p:nvSpPr>
        <p:spPr/>
        <p:txBody>
          <a:bodyPr/>
          <a:lstStyle/>
          <a:p>
            <a:endParaRPr/>
          </a:p>
        </p:txBody>
      </p:sp>
      <p:sp>
        <p:nvSpPr>
          <p:cNvPr id="12" name="Text Placeholder 11"/>
          <p:cNvSpPr>
            <a:spLocks noGrp="1"/>
          </p:cNvSpPr>
          <p:nvPr>
            <p:ph type="body" sz="quarter" idx="57"/>
          </p:nvPr>
        </p:nvSpPr>
        <p:spPr/>
        <p:txBody>
          <a:bodyPr/>
          <a:lstStyle/>
          <a:p>
            <a:endParaRPr/>
          </a:p>
        </p:txBody>
      </p:sp>
      <p:sp>
        <p:nvSpPr>
          <p:cNvPr id="13" name="Text Placeholder 12"/>
          <p:cNvSpPr>
            <a:spLocks noGrp="1"/>
          </p:cNvSpPr>
          <p:nvPr>
            <p:ph type="body" sz="quarter" idx="58"/>
          </p:nvPr>
        </p:nvSpPr>
        <p:spPr/>
        <p:txBody>
          <a:bodyPr/>
          <a:lstStyle/>
          <a:p>
            <a:endParaRPr/>
          </a:p>
        </p:txBody>
      </p:sp>
      <p:sp>
        <p:nvSpPr>
          <p:cNvPr id="14" name="Title 13"/>
          <p:cNvSpPr>
            <a:spLocks noGrp="1"/>
          </p:cNvSpPr>
          <p:nvPr>
            <p:ph type="title"/>
          </p:nvPr>
        </p:nvSpPr>
        <p:spPr/>
        <p:txBody>
          <a:bodyPr>
            <a:normAutofit/>
          </a:bodyPr>
          <a:lstStyle/>
          <a:p>
            <a:r>
              <a:t>Acknowledgments</a:t>
            </a:r>
          </a:p>
        </p:txBody>
      </p:sp>
    </p:spTree>
  </p:cSld>
  <p:clrMapOvr>
    <a:masterClrMapping/>
  </p:clrMapOvr>
</p:sld>
</file>

<file path=ppt/theme/theme1.xml><?xml version="1.0" encoding="utf-8"?>
<a:theme xmlns:a="http://schemas.openxmlformats.org/drawingml/2006/main" name="Office Theme">
  <a:themeElements>
    <a:clrScheme name="icosagen">
      <a:dk1>
        <a:srgbClr val="363738"/>
      </a:dk1>
      <a:lt1>
        <a:srgbClr val="FFFFFF"/>
      </a:lt1>
      <a:dk2>
        <a:srgbClr val="6D6E71"/>
      </a:dk2>
      <a:lt2>
        <a:srgbClr val="FFFFFF"/>
      </a:lt2>
      <a:accent1>
        <a:srgbClr val="A71930"/>
      </a:accent1>
      <a:accent2>
        <a:srgbClr val="D52B1E"/>
      </a:accent2>
      <a:accent3>
        <a:srgbClr val="6D6E71"/>
      </a:accent3>
      <a:accent4>
        <a:srgbClr val="D1D3D4"/>
      </a:accent4>
      <a:accent5>
        <a:srgbClr val="468160"/>
      </a:accent5>
      <a:accent6>
        <a:srgbClr val="AD1125"/>
      </a:accent6>
      <a:hlink>
        <a:srgbClr val="FFFFFF"/>
      </a:hlink>
      <a:folHlink>
        <a:srgbClr val="FFFFFF"/>
      </a:folHlink>
    </a:clrScheme>
    <a:fontScheme name="Icosagen calibri">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cosagen slides template 2026" id="{AC2B8190-1A20-4844-A934-AB0C1BFF4827}" vid="{224A3D10-23FE-4862-9CC1-E26B608A80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E42169F001A2F4B9C451C5841F744E4" ma:contentTypeVersion="13" ma:contentTypeDescription="Create a new document." ma:contentTypeScope="" ma:versionID="a230064bbda22ee7a9e873cec57c43a8">
  <xsd:schema xmlns:xsd="http://www.w3.org/2001/XMLSchema" xmlns:xs="http://www.w3.org/2001/XMLSchema" xmlns:p="http://schemas.microsoft.com/office/2006/metadata/properties" xmlns:ns2="69bb39e4-9e1d-40b2-a19b-595eaf90860b" xmlns:ns3="5da713d5-fe66-4fdc-bc3b-6ce8bac2bb49" targetNamespace="http://schemas.microsoft.com/office/2006/metadata/properties" ma:root="true" ma:fieldsID="2b21d18c70ef1a2833901cd15153dea6" ns2:_="" ns3:_="">
    <xsd:import namespace="69bb39e4-9e1d-40b2-a19b-595eaf90860b"/>
    <xsd:import namespace="5da713d5-fe66-4fdc-bc3b-6ce8bac2bb4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9bb39e4-9e1d-40b2-a19b-595eaf90860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589c0410-f6d5-4bb2-946e-3672772a52f7"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da713d5-fe66-4fdc-bc3b-6ce8bac2bb49"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d443559f-c804-4b7e-97e4-7d7cbc9e796f}" ma:internalName="TaxCatchAll" ma:showField="CatchAllData" ma:web="5da713d5-fe66-4fdc-bc3b-6ce8bac2bb4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A1A3C03-C42B-4322-B9DC-62F802BF44BB}">
  <ds:schemaRefs>
    <ds:schemaRef ds:uri="http://schemas.microsoft.com/sharepoint/v3/contenttype/forms"/>
  </ds:schemaRefs>
</ds:datastoreItem>
</file>

<file path=customXml/itemProps2.xml><?xml version="1.0" encoding="utf-8"?>
<ds:datastoreItem xmlns:ds="http://schemas.openxmlformats.org/officeDocument/2006/customXml" ds:itemID="{84001416-DC15-4FDA-8C31-CD136E074A7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9bb39e4-9e1d-40b2-a19b-595eaf90860b"/>
    <ds:schemaRef ds:uri="5da713d5-fe66-4fdc-bc3b-6ce8bac2bb4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4</TotalTime>
  <Words>643</Words>
  <Application>Microsoft Macintosh PowerPoint</Application>
  <PresentationFormat>Widescreen</PresentationFormat>
  <Paragraphs>56</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Blinded by Distraction: Smart Glasses vs. Smartphone and Inattentional Blindness</vt:lpstr>
      <vt:lpstr>Introduction</vt:lpstr>
      <vt:lpstr>Background &amp; Motivation</vt:lpstr>
      <vt:lpstr>Research Questions &amp; Hypotheses</vt:lpstr>
      <vt:lpstr>Experimental Design</vt:lpstr>
      <vt:lpstr>Participants &amp; Measures</vt:lpstr>
      <vt:lpstr>Detection Rates (Mean ± SD)</vt:lpstr>
      <vt:lpstr>Inferential Statistics</vt:lpstr>
      <vt:lpstr>Correlation Analyses</vt:lpstr>
      <vt:lpstr>Discussion</vt:lpstr>
      <vt:lpstr>Conclusions</vt:lpstr>
      <vt:lpstr>Acknowledgments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Tomi Lahe</dc:creator>
  <cp:lastModifiedBy>Tomi Lahe</cp:lastModifiedBy>
  <cp:revision>1</cp:revision>
  <cp:lastPrinted>2023-03-17T13:05:21Z</cp:lastPrinted>
  <dcterms:created xsi:type="dcterms:W3CDTF">2026-05-04T16:35:03Z</dcterms:created>
  <dcterms:modified xsi:type="dcterms:W3CDTF">2026-05-13T12:19:06Z</dcterms:modified>
</cp:coreProperties>
</file>