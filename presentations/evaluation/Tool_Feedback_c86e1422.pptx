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Key Insights and Talking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Tool Feedback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Overview of user feedback from three test sessions highlighting strengths, issues, and improvement ideas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Very useful for quick slide generation</a:t>
            </a:r>
          </a:p>
          <a:p>
            <a:r>
              <a:t>Saves time for creating presentations</a:t>
            </a:r>
          </a:p>
          <a:p>
            <a:r>
              <a:t>Overall slide structure looked appropriate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Positive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PDF/HTML loading errors – "string did not match expected pattern"</a:t>
            </a:r>
          </a:p>
          <a:p>
            <a:r>
              <a:t>Large or corrupted files sometimes fail to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Text overlapping on slides</a:t>
            </a:r>
          </a:p>
          <a:p>
            <a:r>
              <a:t>Missing images when uploading files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File Import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Extracted facts were correct but sometimes added new content not present in input</a:t>
            </a:r>
          </a:p>
          <a:p>
            <a:r>
              <a:t>No charts generated when source data lacked numeric information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Content Generation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Default marketing template adds unwanted backgrounds (e.g., map)</a:t>
            </a:r>
          </a:p>
          <a:p>
            <a:r>
              <a:t>Background selection cannot be forced by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Desire for optional template selection</a:t>
            </a:r>
          </a:p>
          <a:p>
            <a:r>
              <a:t>Need ability to use plain white or custom backgrounds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Template &amp; Design Issues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Charts/tables only appear when source data is present</a:t>
            </a:r>
          </a:p>
          <a:p>
            <a:r>
              <a:t>Side‑by‑side comparisons shown as text rather than tables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Visuals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Tool does not automatically insert images from source files</a:t>
            </a:r>
          </a:p>
          <a:p>
            <a:r>
              <a:t>Users must add pictures manually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Request for flow‑chart and diagram generation</a:t>
            </a:r>
          </a:p>
          <a:p>
            <a:r>
              <a:t>Support for shapes would improve clarity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Image &amp; Diagram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Add custom shortcut answers for common actions</a:t>
            </a:r>
          </a:p>
          <a:p>
            <a:r>
              <a:t>Improve suggestion relevance and usability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UI &amp; Interaction Suggestions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"String did not match expected pattern" errors</a:t>
            </a:r>
          </a:p>
          <a:p>
            <a:r>
              <a:t>Corrupted or oversized files cause failures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Error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Make template choice optional and configurable</a:t>
            </a:r>
          </a:p>
          <a:p>
            <a:r>
              <a:t>Add support for separate speaker notes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Better handling of large or corrupted uploads</a:t>
            </a:r>
          </a:p>
          <a:p>
            <a:r>
              <a:t>More consistent visual styling across slides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Recommendations &amp; Future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>
            <a:normAutofit/>
          </a:bodyPr>
          <a:lstStyle/>
          <a:p>
            <a:r>
              <a:t>Tool is useful but needs refinements in templates, image handling, and error robustness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0" sz="quarter"/>
          </p:nvPr>
        </p:nvSpPr>
        <p:spPr/>
        <p:txBody>
          <a:bodyPr>
            <a:normAutofit/>
          </a:bodyPr>
          <a:lstStyle/>
          <a:p>
            <a:r>
              <a:t>Next steps: implement optional templates, speaker‑note export, and improved file validation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50" sz="quarter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53" sz="quarter"/>
          </p:nvPr>
        </p:nvSpPr>
        <p:spPr/>
        <p:txBody>
          <a:bodyPr/>
          <a:p/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Picture Placeholder 10"/>
          <p:cNvSpPr>
            <a:spLocks noGrp="1"/>
          </p:cNvSpPr>
          <p:nvPr>
            <p:ph type="pic" idx="56" sz="quarter"/>
          </p:nvPr>
        </p:nvSpPr>
        <p:spPr/>
        <p:txBody>
          <a:bodyPr/>
          <a:p/>
        </p:txBody>
      </p:sp>
      <p:sp>
        <p:nvSpPr>
          <p:cNvPr id="12" name="Text Placeholder 11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/>
        </p:txBody>
      </p:sp>
      <p:sp>
        <p:nvSpPr>
          <p:cNvPr id="13" name="Text Placeholder 12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/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