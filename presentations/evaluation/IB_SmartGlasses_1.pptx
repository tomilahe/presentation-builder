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3"/>
  </p:sldMasterIdLst>
  <p:notesMasterIdLst>
    <p:notesMasterId r:id="rId10"/>
  </p:notesMasterIdLst>
  <p:handoutMasterIdLst>
    <p:handoutMasterId r:id="rId11"/>
  </p:handoutMasterIdLst>
  <p:sldIdLst>
    <p:sldId id="256" r:id="rId4"/>
    <p:sldId id="257" r:id="rId5"/>
    <p:sldId id="258" r:id="rId6"/>
    <p:sldId id="259" r:id="rId7"/>
    <p:sldId id="260" r:id="rId8"/>
    <p:sldId id="261" r:id="rId9"/>
  </p:sldIdLst>
  <p:sldSz cx="12192000" cy="6858000"/>
  <p:notesSz cx="6794500" cy="9931400"/>
  <p:defaultTextStyle>
    <a:defPPr>
      <a:defRPr lang="et-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25AB58-E51E-44C5-B02C-BD8DF00A92B4}">
          <p14:sldIdLst>
            <p14:sldId id="256"/>
            <p14:sldId id="257"/>
            <p14:sldId id="258"/>
            <p14:sldId id="259"/>
            <p14:sldId id="260"/>
            <p14:sldId id="261"/>
          </p14:sldIdLst>
        </p14:section>
      </p14:sectionLst>
    </p:ext>
    <p:ext uri="{EFAFB233-063F-42B5-8137-9DF3F51BA10A}">
      <p15:sldGuideLst xmlns:p15="http://schemas.microsoft.com/office/powerpoint/2012/main">
        <p15:guide id="1" orient="horz" pos="3113"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F204DF-3AC7-CD84-A580-42CB0D7C26C5}" name="Lisett Liblekas" initials="LL" userId="S::lisett.liblekas@icosagen.ee::30955120-5099-484a-b836-3f140e1611f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9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185" autoAdjust="0"/>
  </p:normalViewPr>
  <p:slideViewPr>
    <p:cSldViewPr snapToGrid="0" showGuides="1">
      <p:cViewPr varScale="1">
        <p:scale>
          <a:sx n="127" d="100"/>
          <a:sy n="127" d="100"/>
        </p:scale>
        <p:origin x="504" y="192"/>
      </p:cViewPr>
      <p:guideLst>
        <p:guide orient="horz" pos="3113"/>
        <p:guide pos="3817"/>
      </p:guideLst>
    </p:cSldViewPr>
  </p:slideViewPr>
  <p:notesTextViewPr>
    <p:cViewPr>
      <p:scale>
        <a:sx n="1" d="1"/>
        <a:sy n="1" d="1"/>
      </p:scale>
      <p:origin x="0" y="0"/>
    </p:cViewPr>
  </p:notesTextViewPr>
  <p:notesViewPr>
    <p:cSldViewPr snapToGrid="0" showGuides="1">
      <p:cViewPr varScale="1">
        <p:scale>
          <a:sx n="72" d="100"/>
          <a:sy n="72" d="100"/>
        </p:scale>
        <p:origin x="3234"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0055F8-9372-67D1-EBB8-C972EC82E7AF}"/>
              </a:ext>
            </a:extLst>
          </p:cNvPr>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vl1pPr>
          </a:lstStyle>
          <a:p>
            <a:endParaRPr lang="et-EE"/>
          </a:p>
        </p:txBody>
      </p:sp>
      <p:sp>
        <p:nvSpPr>
          <p:cNvPr id="3" name="Date Placeholder 2">
            <a:extLst>
              <a:ext uri="{FF2B5EF4-FFF2-40B4-BE49-F238E27FC236}">
                <a16:creationId xmlns:a16="http://schemas.microsoft.com/office/drawing/2014/main" id="{A0A560BA-7D99-0E25-A171-D617BC1DEF56}"/>
              </a:ext>
            </a:extLst>
          </p:cNvPr>
          <p:cNvSpPr>
            <a:spLocks noGrp="1"/>
          </p:cNvSpPr>
          <p:nvPr>
            <p:ph type="dt" sz="quarter" idx="1"/>
          </p:nvPr>
        </p:nvSpPr>
        <p:spPr>
          <a:xfrm>
            <a:off x="3848100" y="0"/>
            <a:ext cx="2944813" cy="498475"/>
          </a:xfrm>
          <a:prstGeom prst="rect">
            <a:avLst/>
          </a:prstGeom>
        </p:spPr>
        <p:txBody>
          <a:bodyPr vert="horz" lIns="91440" tIns="45720" rIns="91440" bIns="45720" rtlCol="0"/>
          <a:lstStyle>
            <a:lvl1pPr algn="r">
              <a:defRPr sz="1200"/>
            </a:lvl1pPr>
          </a:lstStyle>
          <a:p>
            <a:fld id="{9E92E486-8C34-4591-9819-77E47BAD6410}" type="datetimeFigureOut">
              <a:rPr lang="et-EE" smtClean="0"/>
              <a:t>13.05.26</a:t>
            </a:fld>
            <a:endParaRPr lang="et-EE"/>
          </a:p>
        </p:txBody>
      </p:sp>
      <p:sp>
        <p:nvSpPr>
          <p:cNvPr id="4" name="Footer Placeholder 3">
            <a:extLst>
              <a:ext uri="{FF2B5EF4-FFF2-40B4-BE49-F238E27FC236}">
                <a16:creationId xmlns:a16="http://schemas.microsoft.com/office/drawing/2014/main" id="{794EF133-D8FF-263D-5129-6538C23B107C}"/>
              </a:ext>
            </a:extLst>
          </p:cNvPr>
          <p:cNvSpPr>
            <a:spLocks noGrp="1"/>
          </p:cNvSpPr>
          <p:nvPr>
            <p:ph type="ftr" sz="quarter" idx="2"/>
          </p:nvPr>
        </p:nvSpPr>
        <p:spPr>
          <a:xfrm>
            <a:off x="0" y="9432925"/>
            <a:ext cx="2944813" cy="498475"/>
          </a:xfrm>
          <a:prstGeom prst="rect">
            <a:avLst/>
          </a:prstGeom>
        </p:spPr>
        <p:txBody>
          <a:bodyPr vert="horz" lIns="91440" tIns="45720" rIns="91440" bIns="45720" rtlCol="0" anchor="b"/>
          <a:lstStyle>
            <a:lvl1pPr algn="l">
              <a:defRPr sz="1200"/>
            </a:lvl1pPr>
          </a:lstStyle>
          <a:p>
            <a:endParaRPr lang="et-EE"/>
          </a:p>
        </p:txBody>
      </p:sp>
      <p:sp>
        <p:nvSpPr>
          <p:cNvPr id="5" name="Slide Number Placeholder 4">
            <a:extLst>
              <a:ext uri="{FF2B5EF4-FFF2-40B4-BE49-F238E27FC236}">
                <a16:creationId xmlns:a16="http://schemas.microsoft.com/office/drawing/2014/main" id="{832A6E3A-74DF-A7FE-4898-8AB045D69F1D}"/>
              </a:ext>
            </a:extLst>
          </p:cNvPr>
          <p:cNvSpPr>
            <a:spLocks noGrp="1"/>
          </p:cNvSpPr>
          <p:nvPr>
            <p:ph type="sldNum" sz="quarter" idx="3"/>
          </p:nvPr>
        </p:nvSpPr>
        <p:spPr>
          <a:xfrm>
            <a:off x="3848100" y="9432925"/>
            <a:ext cx="2944813" cy="498475"/>
          </a:xfrm>
          <a:prstGeom prst="rect">
            <a:avLst/>
          </a:prstGeom>
        </p:spPr>
        <p:txBody>
          <a:bodyPr vert="horz" lIns="91440" tIns="45720" rIns="91440" bIns="45720" rtlCol="0" anchor="b"/>
          <a:lstStyle>
            <a:lvl1pPr algn="r">
              <a:defRPr sz="1200"/>
            </a:lvl1pPr>
          </a:lstStyle>
          <a:p>
            <a:fld id="{43CA6C69-7FBF-48C9-B4D4-69C44EE5F551}" type="slidenum">
              <a:rPr lang="et-EE" smtClean="0"/>
              <a:t>‹#›</a:t>
            </a:fld>
            <a:endParaRPr lang="et-EE"/>
          </a:p>
        </p:txBody>
      </p:sp>
    </p:spTree>
    <p:extLst>
      <p:ext uri="{BB962C8B-B14F-4D97-AF65-F5344CB8AC3E}">
        <p14:creationId xmlns:p14="http://schemas.microsoft.com/office/powerpoint/2010/main" val="26724666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8"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atin typeface="Calibri" panose="020F0502020204030204" pitchFamily="34" charset="0"/>
              </a:defRPr>
            </a:lvl1pPr>
          </a:lstStyle>
          <a:p>
            <a:endParaRPr lang="et-EE" dirty="0"/>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atin typeface="Calibri" panose="020F0502020204030204" pitchFamily="34" charset="0"/>
              </a:defRPr>
            </a:lvl1pPr>
          </a:lstStyle>
          <a:p>
            <a:fld id="{E44DDE24-1A3E-45B7-A194-D2823032C6FD}" type="datetimeFigureOut">
              <a:rPr lang="et-EE" smtClean="0"/>
              <a:pPr/>
              <a:t>13.05.26</a:t>
            </a:fld>
            <a:endParaRPr lang="et-EE" dirty="0"/>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t-EE" dirty="0"/>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t-EE" dirty="0"/>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atin typeface="Calibri" panose="020F0502020204030204" pitchFamily="34" charset="0"/>
              </a:defRPr>
            </a:lvl1pPr>
          </a:lstStyle>
          <a:p>
            <a:endParaRPr lang="et-EE" dirty="0"/>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atin typeface="Calibri" panose="020F0502020204030204" pitchFamily="34" charset="0"/>
              </a:defRPr>
            </a:lvl1pPr>
          </a:lstStyle>
          <a:p>
            <a:fld id="{015EF2FF-4C82-4708-AFCC-C30E5F69F591}" type="slidenum">
              <a:rPr lang="et-EE" smtClean="0"/>
              <a:pPr/>
              <a:t>‹#›</a:t>
            </a:fld>
            <a:endParaRPr lang="et-EE" dirty="0"/>
          </a:p>
        </p:txBody>
      </p:sp>
    </p:spTree>
    <p:extLst>
      <p:ext uri="{BB962C8B-B14F-4D97-AF65-F5344CB8AC3E}">
        <p14:creationId xmlns:p14="http://schemas.microsoft.com/office/powerpoint/2010/main" val="1169909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panose="020F0502020204030204" pitchFamily="34" charset="0"/>
        <a:ea typeface="+mn-ea"/>
        <a:cs typeface="+mn-cs"/>
      </a:defRPr>
    </a:lvl1pPr>
    <a:lvl2pPr marL="457200" algn="l" defTabSz="914400" rtl="0" eaLnBrk="1" latinLnBrk="0" hangingPunct="1">
      <a:defRPr sz="1200" kern="1200">
        <a:solidFill>
          <a:schemeClr val="tx1"/>
        </a:solidFill>
        <a:latin typeface="Calibri" panose="020F0502020204030204" pitchFamily="34" charset="0"/>
        <a:ea typeface="+mn-ea"/>
        <a:cs typeface="+mn-cs"/>
      </a:defRPr>
    </a:lvl2pPr>
    <a:lvl3pPr marL="914400" algn="l" defTabSz="914400" rtl="0" eaLnBrk="1" latinLnBrk="0" hangingPunct="1">
      <a:defRPr sz="1200" kern="1200">
        <a:solidFill>
          <a:schemeClr val="tx1"/>
        </a:solidFill>
        <a:latin typeface="Calibri" panose="020F0502020204030204" pitchFamily="34" charset="0"/>
        <a:ea typeface="+mn-ea"/>
        <a:cs typeface="+mn-cs"/>
      </a:defRPr>
    </a:lvl3pPr>
    <a:lvl4pPr marL="1371600" algn="l" defTabSz="914400" rtl="0" eaLnBrk="1" latinLnBrk="0" hangingPunct="1">
      <a:defRPr sz="1200" kern="1200">
        <a:solidFill>
          <a:schemeClr val="tx1"/>
        </a:solidFill>
        <a:latin typeface="Calibri" panose="020F0502020204030204" pitchFamily="34" charset="0"/>
        <a:ea typeface="+mn-ea"/>
        <a:cs typeface="+mn-cs"/>
      </a:defRPr>
    </a:lvl4pPr>
    <a:lvl5pPr marL="1828800" algn="l" defTabSz="914400" rtl="0" eaLnBrk="1" latinLnBrk="0" hangingPunct="1">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TITLE_white">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37B104-C24F-8091-9BD2-55652B1845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D4A60853-10F1-A278-9266-2B2C627DD00A}"/>
              </a:ext>
            </a:extLst>
          </p:cNvPr>
          <p:cNvSpPr>
            <a:spLocks noGrp="1"/>
          </p:cNvSpPr>
          <p:nvPr>
            <p:ph type="body" idx="1"/>
          </p:nvPr>
        </p:nvSpPr>
        <p:spPr>
          <a:xfrm>
            <a:off x="831850" y="5046666"/>
            <a:ext cx="10515600" cy="369332"/>
          </a:xfrm>
          <a:prstGeom prst="rect">
            <a:avLst/>
          </a:prstGeom>
        </p:spPr>
        <p:txBody>
          <a:bodyPr>
            <a:spAutoFit/>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DA5D3A2-031E-1B51-5E1E-FAC0466AC79C}"/>
              </a:ext>
            </a:extLst>
          </p:cNvPr>
          <p:cNvSpPr>
            <a:spLocks noGrp="1"/>
          </p:cNvSpPr>
          <p:nvPr>
            <p:ph type="dt" sz="half" idx="10"/>
          </p:nvPr>
        </p:nvSpPr>
        <p:spPr>
          <a:xfrm>
            <a:off x="838200" y="6356350"/>
            <a:ext cx="2743200" cy="365125"/>
          </a:xfrm>
          <a:prstGeom prst="rect">
            <a:avLst/>
          </a:prstGeom>
        </p:spPr>
        <p:txBody>
          <a:bodyPr/>
          <a:lstStyle>
            <a:lvl1pPr>
              <a:defRPr>
                <a:solidFill>
                  <a:schemeClr val="accent4"/>
                </a:solidFill>
              </a:defRPr>
            </a:lvl1pPr>
          </a:lstStyle>
          <a:p>
            <a:endParaRPr lang="et-EE" dirty="0"/>
          </a:p>
        </p:txBody>
      </p:sp>
      <p:sp>
        <p:nvSpPr>
          <p:cNvPr id="8" name="Text Placeholder 2">
            <a:extLst>
              <a:ext uri="{FF2B5EF4-FFF2-40B4-BE49-F238E27FC236}">
                <a16:creationId xmlns:a16="http://schemas.microsoft.com/office/drawing/2014/main" id="{77F977D9-DCA1-0113-A323-9371CA04E1CE}"/>
              </a:ext>
            </a:extLst>
          </p:cNvPr>
          <p:cNvSpPr>
            <a:spLocks noGrp="1"/>
          </p:cNvSpPr>
          <p:nvPr>
            <p:ph type="body" idx="13"/>
          </p:nvPr>
        </p:nvSpPr>
        <p:spPr>
          <a:xfrm>
            <a:off x="831850" y="5471974"/>
            <a:ext cx="10521950" cy="341632"/>
          </a:xfrm>
          <a:prstGeom prst="rect">
            <a:avLst/>
          </a:prstGeom>
        </p:spPr>
        <p:txBody>
          <a:bodyPr wrap="square">
            <a:spAutoFit/>
          </a:bodyPr>
          <a:lstStyle>
            <a:lvl1pPr marL="0" indent="0">
              <a:buNone/>
              <a:defRPr sz="18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Title 1">
            <a:extLst>
              <a:ext uri="{FF2B5EF4-FFF2-40B4-BE49-F238E27FC236}">
                <a16:creationId xmlns:a16="http://schemas.microsoft.com/office/drawing/2014/main" id="{B1A137F0-6F31-2DFF-5212-992575BAB790}"/>
              </a:ext>
            </a:extLst>
          </p:cNvPr>
          <p:cNvSpPr>
            <a:spLocks noGrp="1"/>
          </p:cNvSpPr>
          <p:nvPr>
            <p:ph type="title" hasCustomPrompt="1"/>
          </p:nvPr>
        </p:nvSpPr>
        <p:spPr>
          <a:xfrm>
            <a:off x="831850" y="3098441"/>
            <a:ext cx="10515600" cy="757130"/>
          </a:xfrm>
          <a:prstGeom prst="rect">
            <a:avLst/>
          </a:prstGeom>
        </p:spPr>
        <p:txBody>
          <a:bodyPr anchor="t" anchorCtr="0">
            <a:spAutoFit/>
          </a:bodyPr>
          <a:lstStyle>
            <a:lvl1pPr>
              <a:defRPr sz="4800" b="1">
                <a:solidFill>
                  <a:schemeClr val="tx1"/>
                </a:solidFill>
              </a:defRPr>
            </a:lvl1pPr>
          </a:lstStyle>
          <a:p>
            <a:r>
              <a:rPr lang="en-US" dirty="0" err="1"/>
              <a:t>Põhi-pealkiri</a:t>
            </a:r>
            <a:r>
              <a:rPr lang="en-US" dirty="0"/>
              <a:t>: Calibri 48</a:t>
            </a:r>
            <a:endParaRPr lang="et-EE" dirty="0"/>
          </a:p>
        </p:txBody>
      </p:sp>
      <p:pic>
        <p:nvPicPr>
          <p:cNvPr id="5" name="Graphic 4">
            <a:extLst>
              <a:ext uri="{FF2B5EF4-FFF2-40B4-BE49-F238E27FC236}">
                <a16:creationId xmlns:a16="http://schemas.microsoft.com/office/drawing/2014/main" id="{4A1F5F4D-010A-9B4C-5DA6-8BE7D3E4FF9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1850" y="752921"/>
            <a:ext cx="1923014" cy="689080"/>
          </a:xfrm>
          <a:prstGeom prst="rect">
            <a:avLst/>
          </a:prstGeom>
        </p:spPr>
      </p:pic>
    </p:spTree>
    <p:extLst>
      <p:ext uri="{BB962C8B-B14F-4D97-AF65-F5344CB8AC3E}">
        <p14:creationId xmlns:p14="http://schemas.microsoft.com/office/powerpoint/2010/main" val="118694598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_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A45C9BCC-0272-BD8E-9A42-AB7F9BE305E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29918" y="746540"/>
            <a:ext cx="1948696" cy="710701"/>
          </a:xfrm>
          <a:prstGeom prst="rect">
            <a:avLst/>
          </a:prstGeom>
        </p:spPr>
      </p:pic>
      <p:sp>
        <p:nvSpPr>
          <p:cNvPr id="3" name="Date Placeholder 2">
            <a:extLst>
              <a:ext uri="{FF2B5EF4-FFF2-40B4-BE49-F238E27FC236}">
                <a16:creationId xmlns:a16="http://schemas.microsoft.com/office/drawing/2014/main" id="{2AB5C0AD-8ACE-4F6D-E2AF-6C7E02AF0547}"/>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endParaRPr lang="et-EE" dirty="0"/>
          </a:p>
        </p:txBody>
      </p:sp>
      <p:sp>
        <p:nvSpPr>
          <p:cNvPr id="6" name="Text Placeholder 2">
            <a:extLst>
              <a:ext uri="{FF2B5EF4-FFF2-40B4-BE49-F238E27FC236}">
                <a16:creationId xmlns:a16="http://schemas.microsoft.com/office/drawing/2014/main" id="{167303CA-3ADD-7E6D-0D14-D0FDD311BDDC}"/>
              </a:ext>
            </a:extLst>
          </p:cNvPr>
          <p:cNvSpPr>
            <a:spLocks noGrp="1"/>
          </p:cNvSpPr>
          <p:nvPr>
            <p:ph type="body" idx="1"/>
          </p:nvPr>
        </p:nvSpPr>
        <p:spPr>
          <a:xfrm>
            <a:off x="831850" y="5046666"/>
            <a:ext cx="10515600" cy="369332"/>
          </a:xfrm>
          <a:prstGeom prst="rect">
            <a:avLst/>
          </a:prstGeom>
        </p:spPr>
        <p:txBody>
          <a:bodyPr>
            <a:sp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Text Placeholder 2">
            <a:extLst>
              <a:ext uri="{FF2B5EF4-FFF2-40B4-BE49-F238E27FC236}">
                <a16:creationId xmlns:a16="http://schemas.microsoft.com/office/drawing/2014/main" id="{E245364C-4B93-3729-4E6B-677159E53818}"/>
              </a:ext>
            </a:extLst>
          </p:cNvPr>
          <p:cNvSpPr>
            <a:spLocks noGrp="1"/>
          </p:cNvSpPr>
          <p:nvPr>
            <p:ph type="body" idx="13"/>
          </p:nvPr>
        </p:nvSpPr>
        <p:spPr>
          <a:xfrm>
            <a:off x="829918" y="5471974"/>
            <a:ext cx="10523882" cy="341632"/>
          </a:xfrm>
          <a:prstGeom prst="rect">
            <a:avLst/>
          </a:prstGeom>
        </p:spPr>
        <p:txBody>
          <a:bodyPr wrap="square">
            <a:spAutoFit/>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Title 1">
            <a:extLst>
              <a:ext uri="{FF2B5EF4-FFF2-40B4-BE49-F238E27FC236}">
                <a16:creationId xmlns:a16="http://schemas.microsoft.com/office/drawing/2014/main" id="{A02E750D-F7AB-AB3A-CDC4-C0C420A8D22B}"/>
              </a:ext>
            </a:extLst>
          </p:cNvPr>
          <p:cNvSpPr>
            <a:spLocks noGrp="1"/>
          </p:cNvSpPr>
          <p:nvPr>
            <p:ph type="title" hasCustomPrompt="1"/>
          </p:nvPr>
        </p:nvSpPr>
        <p:spPr>
          <a:xfrm>
            <a:off x="831850" y="3098441"/>
            <a:ext cx="10515600" cy="757130"/>
          </a:xfrm>
          <a:prstGeom prst="rect">
            <a:avLst/>
          </a:prstGeom>
        </p:spPr>
        <p:txBody>
          <a:bodyPr anchor="t" anchorCtr="0">
            <a:spAutoFit/>
          </a:bodyPr>
          <a:lstStyle>
            <a:lvl1pPr>
              <a:defRPr sz="4800">
                <a:solidFill>
                  <a:schemeClr val="bg1"/>
                </a:solidFill>
              </a:defRPr>
            </a:lvl1pPr>
          </a:lstStyle>
          <a:p>
            <a:r>
              <a:rPr lang="en-US" dirty="0" err="1"/>
              <a:t>Põhi-pealkiri</a:t>
            </a:r>
            <a:r>
              <a:rPr lang="en-US" dirty="0"/>
              <a:t>: Calibri 48</a:t>
            </a:r>
            <a:endParaRPr lang="et-EE" dirty="0"/>
          </a:p>
        </p:txBody>
      </p:sp>
    </p:spTree>
    <p:extLst>
      <p:ext uri="{BB962C8B-B14F-4D97-AF65-F5344CB8AC3E}">
        <p14:creationId xmlns:p14="http://schemas.microsoft.com/office/powerpoint/2010/main" val="60460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_red_high contrast">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BDD68A-1D9B-DC2E-36F4-CD58AC3B2B9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A45C9BCC-0272-BD8E-9A42-AB7F9BE305E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29918" y="746540"/>
            <a:ext cx="1948696" cy="710701"/>
          </a:xfrm>
          <a:prstGeom prst="rect">
            <a:avLst/>
          </a:prstGeom>
        </p:spPr>
      </p:pic>
      <p:sp>
        <p:nvSpPr>
          <p:cNvPr id="3" name="Date Placeholder 2">
            <a:extLst>
              <a:ext uri="{FF2B5EF4-FFF2-40B4-BE49-F238E27FC236}">
                <a16:creationId xmlns:a16="http://schemas.microsoft.com/office/drawing/2014/main" id="{2AB5C0AD-8ACE-4F6D-E2AF-6C7E02AF0547}"/>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endParaRPr lang="et-EE" dirty="0"/>
          </a:p>
        </p:txBody>
      </p:sp>
      <p:sp>
        <p:nvSpPr>
          <p:cNvPr id="6" name="Text Placeholder 2">
            <a:extLst>
              <a:ext uri="{FF2B5EF4-FFF2-40B4-BE49-F238E27FC236}">
                <a16:creationId xmlns:a16="http://schemas.microsoft.com/office/drawing/2014/main" id="{167303CA-3ADD-7E6D-0D14-D0FDD311BDDC}"/>
              </a:ext>
            </a:extLst>
          </p:cNvPr>
          <p:cNvSpPr>
            <a:spLocks noGrp="1"/>
          </p:cNvSpPr>
          <p:nvPr>
            <p:ph type="body" idx="1"/>
          </p:nvPr>
        </p:nvSpPr>
        <p:spPr>
          <a:xfrm>
            <a:off x="831850" y="5046666"/>
            <a:ext cx="10515600" cy="369332"/>
          </a:xfrm>
          <a:prstGeom prst="rect">
            <a:avLst/>
          </a:prstGeom>
        </p:spPr>
        <p:txBody>
          <a:bodyPr>
            <a:sp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Text Placeholder 2">
            <a:extLst>
              <a:ext uri="{FF2B5EF4-FFF2-40B4-BE49-F238E27FC236}">
                <a16:creationId xmlns:a16="http://schemas.microsoft.com/office/drawing/2014/main" id="{E245364C-4B93-3729-4E6B-677159E53818}"/>
              </a:ext>
            </a:extLst>
          </p:cNvPr>
          <p:cNvSpPr>
            <a:spLocks noGrp="1"/>
          </p:cNvSpPr>
          <p:nvPr>
            <p:ph type="body" idx="13"/>
          </p:nvPr>
        </p:nvSpPr>
        <p:spPr>
          <a:xfrm>
            <a:off x="829918" y="5471974"/>
            <a:ext cx="10523882" cy="341632"/>
          </a:xfrm>
          <a:prstGeom prst="rect">
            <a:avLst/>
          </a:prstGeom>
        </p:spPr>
        <p:txBody>
          <a:bodyPr wrap="square">
            <a:spAutoFit/>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Title 1">
            <a:extLst>
              <a:ext uri="{FF2B5EF4-FFF2-40B4-BE49-F238E27FC236}">
                <a16:creationId xmlns:a16="http://schemas.microsoft.com/office/drawing/2014/main" id="{A02E750D-F7AB-AB3A-CDC4-C0C420A8D22B}"/>
              </a:ext>
            </a:extLst>
          </p:cNvPr>
          <p:cNvSpPr>
            <a:spLocks noGrp="1"/>
          </p:cNvSpPr>
          <p:nvPr>
            <p:ph type="title" hasCustomPrompt="1"/>
          </p:nvPr>
        </p:nvSpPr>
        <p:spPr>
          <a:xfrm>
            <a:off x="831850" y="4172100"/>
            <a:ext cx="10515600" cy="757130"/>
          </a:xfrm>
          <a:prstGeom prst="rect">
            <a:avLst/>
          </a:prstGeom>
        </p:spPr>
        <p:txBody>
          <a:bodyPr anchor="t" anchorCtr="0">
            <a:spAutoFit/>
          </a:bodyPr>
          <a:lstStyle>
            <a:lvl1pPr>
              <a:defRPr sz="4800">
                <a:solidFill>
                  <a:schemeClr val="bg1"/>
                </a:solidFill>
              </a:defRPr>
            </a:lvl1pPr>
          </a:lstStyle>
          <a:p>
            <a:r>
              <a:rPr lang="en-US" dirty="0" err="1"/>
              <a:t>Põhi-pealkiri</a:t>
            </a:r>
            <a:r>
              <a:rPr lang="en-US" dirty="0"/>
              <a:t>: Calibri 48</a:t>
            </a:r>
            <a:endParaRPr lang="et-EE" dirty="0"/>
          </a:p>
        </p:txBody>
      </p:sp>
    </p:spTree>
    <p:extLst>
      <p:ext uri="{BB962C8B-B14F-4D97-AF65-F5344CB8AC3E}">
        <p14:creationId xmlns:p14="http://schemas.microsoft.com/office/powerpoint/2010/main" val="238267358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5675ED-93F5-4F08-1A6E-59BDE02194E8}"/>
              </a:ext>
            </a:extLst>
          </p:cNvPr>
          <p:cNvPicPr>
            <a:picLocks noChangeAspect="1"/>
          </p:cNvPicPr>
          <p:nvPr userDrawn="1"/>
        </p:nvPicPr>
        <p:blipFill>
          <a:blip r:embed="rId2"/>
          <a:stretch>
            <a:fillRect/>
          </a:stretch>
        </p:blipFill>
        <p:spPr>
          <a:xfrm>
            <a:off x="1253" y="0"/>
            <a:ext cx="12189493" cy="6858000"/>
          </a:xfrm>
          <a:prstGeom prst="rect">
            <a:avLst/>
          </a:prstGeom>
        </p:spPr>
      </p:pic>
      <p:sp>
        <p:nvSpPr>
          <p:cNvPr id="2" name="Title 1">
            <a:extLst>
              <a:ext uri="{FF2B5EF4-FFF2-40B4-BE49-F238E27FC236}">
                <a16:creationId xmlns:a16="http://schemas.microsoft.com/office/drawing/2014/main" id="{0670969A-507F-D519-6A27-07B32086F68F}"/>
              </a:ext>
            </a:extLst>
          </p:cNvPr>
          <p:cNvSpPr>
            <a:spLocks noGrp="1"/>
          </p:cNvSpPr>
          <p:nvPr>
            <p:ph type="ctrTitle" hasCustomPrompt="1"/>
          </p:nvPr>
        </p:nvSpPr>
        <p:spPr>
          <a:xfrm>
            <a:off x="6632712" y="683491"/>
            <a:ext cx="5092851" cy="470898"/>
          </a:xfrm>
          <a:prstGeom prst="rect">
            <a:avLst/>
          </a:prstGeom>
        </p:spPr>
        <p:txBody>
          <a:bodyPr wrap="square" lIns="0" tIns="0" rIns="0" bIns="0" anchor="t" anchorCtr="0">
            <a:spAutoFit/>
          </a:bodyPr>
          <a:lstStyle>
            <a:lvl1pPr algn="l">
              <a:defRPr sz="3400">
                <a:solidFill>
                  <a:schemeClr val="accent1"/>
                </a:solidFill>
              </a:defRPr>
            </a:lvl1pPr>
          </a:lstStyle>
          <a:p>
            <a:r>
              <a:rPr lang="en-US" dirty="0" err="1"/>
              <a:t>Pealkiri</a:t>
            </a:r>
            <a:r>
              <a:rPr lang="en-US" dirty="0"/>
              <a:t>: Calibri 30-44</a:t>
            </a:r>
            <a:endParaRPr lang="et-EE" dirty="0"/>
          </a:p>
        </p:txBody>
      </p:sp>
      <p:sp>
        <p:nvSpPr>
          <p:cNvPr id="3" name="Subtitle 2">
            <a:extLst>
              <a:ext uri="{FF2B5EF4-FFF2-40B4-BE49-F238E27FC236}">
                <a16:creationId xmlns:a16="http://schemas.microsoft.com/office/drawing/2014/main" id="{6E7FD6CE-01B6-D7EE-EA13-0626A1FC0EDC}"/>
              </a:ext>
            </a:extLst>
          </p:cNvPr>
          <p:cNvSpPr>
            <a:spLocks noGrp="1"/>
          </p:cNvSpPr>
          <p:nvPr>
            <p:ph type="subTitle" idx="1" hasCustomPrompt="1"/>
          </p:nvPr>
        </p:nvSpPr>
        <p:spPr>
          <a:xfrm>
            <a:off x="6633890" y="1767252"/>
            <a:ext cx="5092849" cy="4201501"/>
          </a:xfrm>
          <a:prstGeom prst="rect">
            <a:avLst/>
          </a:prstGeom>
        </p:spPr>
        <p:txBody>
          <a:bodyPr>
            <a:normAutofit/>
          </a:bodyPr>
          <a:lstStyle>
            <a:lvl1pPr marL="342900" indent="-342900" algn="l">
              <a:buClr>
                <a:schemeClr val="accent1"/>
              </a:buClr>
              <a:buFont typeface="Arial" panose="020B0604020202020204" pitchFamily="34" charset="0"/>
              <a:buChar char="•"/>
              <a:defRPr sz="2400" b="0">
                <a:solidFill>
                  <a:schemeClr val="tx1"/>
                </a:solidFill>
                <a:latin typeface="Calibri Light" panose="020F0302020204030204" pitchFamily="34" charset="0"/>
                <a:cs typeface="Calibri Light" panose="020F03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5" name="TextBox 4">
            <a:extLst>
              <a:ext uri="{FF2B5EF4-FFF2-40B4-BE49-F238E27FC236}">
                <a16:creationId xmlns:a16="http://schemas.microsoft.com/office/drawing/2014/main" id="{07667A92-D071-5CD9-18D7-3F6920C37F75}"/>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355655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s">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5364018"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18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4" name="Content Placeholder 3">
            <a:extLst>
              <a:ext uri="{FF2B5EF4-FFF2-40B4-BE49-F238E27FC236}">
                <a16:creationId xmlns:a16="http://schemas.microsoft.com/office/drawing/2014/main" id="{5742F3F5-00B1-2050-F3E9-ED5696D0A353}"/>
              </a:ext>
            </a:extLst>
          </p:cNvPr>
          <p:cNvSpPr>
            <a:spLocks noGrp="1"/>
          </p:cNvSpPr>
          <p:nvPr>
            <p:ph sz="half" idx="2" hasCustomPrompt="1"/>
          </p:nvPr>
        </p:nvSpPr>
        <p:spPr>
          <a:xfrm>
            <a:off x="6172200" y="1825625"/>
            <a:ext cx="5181600"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pic>
        <p:nvPicPr>
          <p:cNvPr id="2" name="Graphic 1">
            <a:extLst>
              <a:ext uri="{FF2B5EF4-FFF2-40B4-BE49-F238E27FC236}">
                <a16:creationId xmlns:a16="http://schemas.microsoft.com/office/drawing/2014/main" id="{EFB1AA9E-474F-9586-BC22-7DAFEEB04D3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6" name="Title 7">
            <a:extLst>
              <a:ext uri="{FF2B5EF4-FFF2-40B4-BE49-F238E27FC236}">
                <a16:creationId xmlns:a16="http://schemas.microsoft.com/office/drawing/2014/main" id="{A7CAD419-1F4F-0547-EB7B-AEAEBF2663FB}"/>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5" name="TextBox 4">
            <a:extLst>
              <a:ext uri="{FF2B5EF4-FFF2-40B4-BE49-F238E27FC236}">
                <a16:creationId xmlns:a16="http://schemas.microsoft.com/office/drawing/2014/main" id="{7D2E4F9B-A631-C887-452A-F8F9ECED4131}"/>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432746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_column+picture">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5364018"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6" name="Picture Placeholder 5">
            <a:extLst>
              <a:ext uri="{FF2B5EF4-FFF2-40B4-BE49-F238E27FC236}">
                <a16:creationId xmlns:a16="http://schemas.microsoft.com/office/drawing/2014/main" id="{3A478A47-4B62-2EC3-32B3-F7FF17A0420F}"/>
              </a:ext>
            </a:extLst>
          </p:cNvPr>
          <p:cNvSpPr>
            <a:spLocks noGrp="1"/>
          </p:cNvSpPr>
          <p:nvPr>
            <p:ph type="pic" sz="quarter" idx="10"/>
          </p:nvPr>
        </p:nvSpPr>
        <p:spPr>
          <a:xfrm>
            <a:off x="6172199" y="1825625"/>
            <a:ext cx="5181599" cy="4351338"/>
          </a:xfrm>
          <a:prstGeom prst="rect">
            <a:avLst/>
          </a:prstGeom>
        </p:spPr>
        <p:txBody>
          <a:bodyPr/>
          <a:lstStyle/>
          <a:p>
            <a:r>
              <a:rPr lang="en-GB"/>
              <a:t>Click icon to add picture</a:t>
            </a:r>
            <a:endParaRPr lang="et-EE" dirty="0"/>
          </a:p>
        </p:txBody>
      </p:sp>
      <p:sp>
        <p:nvSpPr>
          <p:cNvPr id="11" name="Title 7">
            <a:extLst>
              <a:ext uri="{FF2B5EF4-FFF2-40B4-BE49-F238E27FC236}">
                <a16:creationId xmlns:a16="http://schemas.microsoft.com/office/drawing/2014/main" id="{2CDA5E3D-D86E-8B54-2053-EC080ADBE70E}"/>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10" name="Text Placeholder 9">
            <a:extLst>
              <a:ext uri="{FF2B5EF4-FFF2-40B4-BE49-F238E27FC236}">
                <a16:creationId xmlns:a16="http://schemas.microsoft.com/office/drawing/2014/main" id="{BFA8CA80-B080-13B3-DBB2-F48DE856F0A9}"/>
              </a:ext>
            </a:extLst>
          </p:cNvPr>
          <p:cNvSpPr>
            <a:spLocks noGrp="1"/>
          </p:cNvSpPr>
          <p:nvPr>
            <p:ph type="body" sz="quarter" idx="11" hasCustomPrompt="1"/>
          </p:nvPr>
        </p:nvSpPr>
        <p:spPr>
          <a:xfrm>
            <a:off x="6172200" y="6335713"/>
            <a:ext cx="5181600" cy="323850"/>
          </a:xfrm>
          <a:prstGeom prst="rect">
            <a:avLst/>
          </a:prstGeom>
        </p:spPr>
        <p:txBody>
          <a:bodyPr/>
          <a:lstStyle>
            <a:lvl1pPr>
              <a:defRPr sz="1200" b="0" i="1">
                <a:solidFill>
                  <a:schemeClr val="tx1"/>
                </a:solidFill>
              </a:defRPr>
            </a:lvl1pPr>
            <a:lvl2pPr>
              <a:defRPr sz="1000" i="1">
                <a:solidFill>
                  <a:schemeClr val="tx1"/>
                </a:solidFill>
              </a:defRPr>
            </a:lvl2pPr>
            <a:lvl3pPr>
              <a:defRPr sz="1000" i="1">
                <a:solidFill>
                  <a:schemeClr val="tx1"/>
                </a:solidFill>
              </a:defRPr>
            </a:lvl3pPr>
            <a:lvl4pPr>
              <a:defRPr sz="1000" i="1">
                <a:solidFill>
                  <a:schemeClr val="tx1"/>
                </a:solidFill>
              </a:defRPr>
            </a:lvl4pPr>
            <a:lvl5pPr>
              <a:defRPr sz="1000" i="1">
                <a:solidFill>
                  <a:schemeClr val="tx1"/>
                </a:solidFill>
              </a:defRPr>
            </a:lvl5pPr>
          </a:lstStyle>
          <a:p>
            <a:pPr lvl="0"/>
            <a:r>
              <a:rPr lang="it-IT" dirty="0"/>
              <a:t>Pildi viide– “Calibri italic” või “Calibri light italic”. 10-13 pt</a:t>
            </a:r>
          </a:p>
        </p:txBody>
      </p:sp>
      <p:sp>
        <p:nvSpPr>
          <p:cNvPr id="2" name="TextBox 1">
            <a:extLst>
              <a:ext uri="{FF2B5EF4-FFF2-40B4-BE49-F238E27FC236}">
                <a16:creationId xmlns:a16="http://schemas.microsoft.com/office/drawing/2014/main" id="{06EB7420-3439-A165-D94D-7109348CAFAA}"/>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681904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_column+picture">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5364018"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11" name="Title 7">
            <a:extLst>
              <a:ext uri="{FF2B5EF4-FFF2-40B4-BE49-F238E27FC236}">
                <a16:creationId xmlns:a16="http://schemas.microsoft.com/office/drawing/2014/main" id="{2CDA5E3D-D86E-8B54-2053-EC080ADBE70E}"/>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2" name="TextBox 1">
            <a:extLst>
              <a:ext uri="{FF2B5EF4-FFF2-40B4-BE49-F238E27FC236}">
                <a16:creationId xmlns:a16="http://schemas.microsoft.com/office/drawing/2014/main" id="{49310FB0-7DF8-8E4C-C284-4D5A805E14B0}"/>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188418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textbox">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10698018" cy="4351338"/>
          </a:xfrm>
          <a:prstGeom prst="rect">
            <a:avLst/>
          </a:prstGeom>
        </p:spPr>
        <p:txBody>
          <a:bodyPr/>
          <a:lstStyle>
            <a:lvl1pPr marL="457200" indent="-457200">
              <a:buFont typeface="Arial" panose="020B0604020202020204" pitchFamily="34" charset="0"/>
              <a:buChar char="•"/>
              <a:defRPr sz="2800" b="0">
                <a:solidFill>
                  <a:schemeClr val="tx1"/>
                </a:solidFill>
                <a:latin typeface="Calibri Light" panose="020F0302020204030204" pitchFamily="34" charset="0"/>
                <a:cs typeface="Calibri Light" panose="020F0302020204030204" pitchFamily="34" charset="0"/>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11" name="Title 7">
            <a:extLst>
              <a:ext uri="{FF2B5EF4-FFF2-40B4-BE49-F238E27FC236}">
                <a16:creationId xmlns:a16="http://schemas.microsoft.com/office/drawing/2014/main" id="{2CDA5E3D-D86E-8B54-2053-EC080ADBE70E}"/>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2" name="TextBox 1">
            <a:extLst>
              <a:ext uri="{FF2B5EF4-FFF2-40B4-BE49-F238E27FC236}">
                <a16:creationId xmlns:a16="http://schemas.microsoft.com/office/drawing/2014/main" id="{7036E4EF-9FD2-7735-1722-6899D8127ACF}"/>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9757868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text-on-picture">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6AB6E5-6483-8D04-20DD-CD342AF10EAB}"/>
              </a:ext>
            </a:extLst>
          </p:cNvPr>
          <p:cNvPicPr>
            <a:picLocks noChangeAspect="1"/>
          </p:cNvPicPr>
          <p:nvPr userDrawn="1"/>
        </p:nvPicPr>
        <p:blipFill>
          <a:blip r:embed="rId2"/>
          <a:stretch>
            <a:fillRect/>
          </a:stretch>
        </p:blipFill>
        <p:spPr>
          <a:xfrm>
            <a:off x="2682240" y="0"/>
            <a:ext cx="9509760" cy="6858000"/>
          </a:xfrm>
          <a:prstGeom prst="rect">
            <a:avLst/>
          </a:prstGeom>
        </p:spPr>
      </p:pic>
      <p:pic>
        <p:nvPicPr>
          <p:cNvPr id="3" name="Graphic 2">
            <a:extLst>
              <a:ext uri="{FF2B5EF4-FFF2-40B4-BE49-F238E27FC236}">
                <a16:creationId xmlns:a16="http://schemas.microsoft.com/office/drawing/2014/main" id="{1B8DF08D-0892-A83E-D60E-65F5CC43E1D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2" name="Subtitle 2">
            <a:extLst>
              <a:ext uri="{FF2B5EF4-FFF2-40B4-BE49-F238E27FC236}">
                <a16:creationId xmlns:a16="http://schemas.microsoft.com/office/drawing/2014/main" id="{386820EE-E8A8-49A5-C13D-430E14019708}"/>
              </a:ext>
            </a:extLst>
          </p:cNvPr>
          <p:cNvSpPr>
            <a:spLocks noGrp="1"/>
          </p:cNvSpPr>
          <p:nvPr>
            <p:ph type="subTitle" idx="1" hasCustomPrompt="1"/>
          </p:nvPr>
        </p:nvSpPr>
        <p:spPr>
          <a:xfrm>
            <a:off x="838200" y="1767252"/>
            <a:ext cx="59055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7" name="Title 1">
            <a:extLst>
              <a:ext uri="{FF2B5EF4-FFF2-40B4-BE49-F238E27FC236}">
                <a16:creationId xmlns:a16="http://schemas.microsoft.com/office/drawing/2014/main" id="{1CDBD78A-DE19-2186-122E-268969E6A95E}"/>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283587505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text-on-pictur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2ED430-87BE-FAC7-6866-207C22442F68}"/>
              </a:ext>
            </a:extLst>
          </p:cNvPr>
          <p:cNvPicPr>
            <a:picLocks noChangeAspect="1"/>
          </p:cNvPicPr>
          <p:nvPr userDrawn="1"/>
        </p:nvPicPr>
        <p:blipFill>
          <a:blip r:embed="rId2"/>
          <a:stretch>
            <a:fillRect/>
          </a:stretch>
        </p:blipFill>
        <p:spPr>
          <a:xfrm>
            <a:off x="0" y="0"/>
            <a:ext cx="9372600" cy="6858000"/>
          </a:xfrm>
          <a:prstGeom prst="rect">
            <a:avLst/>
          </a:prstGeom>
        </p:spPr>
      </p:pic>
      <p:pic>
        <p:nvPicPr>
          <p:cNvPr id="2" name="Graphic 1">
            <a:extLst>
              <a:ext uri="{FF2B5EF4-FFF2-40B4-BE49-F238E27FC236}">
                <a16:creationId xmlns:a16="http://schemas.microsoft.com/office/drawing/2014/main" id="{0BF780F6-D4BA-7DCB-A5CC-EE4806BF013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4" name="Subtitle 2">
            <a:extLst>
              <a:ext uri="{FF2B5EF4-FFF2-40B4-BE49-F238E27FC236}">
                <a16:creationId xmlns:a16="http://schemas.microsoft.com/office/drawing/2014/main" id="{049C67D7-7752-BD97-2871-260540982EF7}"/>
              </a:ext>
            </a:extLst>
          </p:cNvPr>
          <p:cNvSpPr>
            <a:spLocks noGrp="1"/>
          </p:cNvSpPr>
          <p:nvPr>
            <p:ph type="subTitle" idx="1" hasCustomPrompt="1"/>
          </p:nvPr>
        </p:nvSpPr>
        <p:spPr>
          <a:xfrm>
            <a:off x="5697641" y="1730488"/>
            <a:ext cx="5649809"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5" name="Title 1">
            <a:extLst>
              <a:ext uri="{FF2B5EF4-FFF2-40B4-BE49-F238E27FC236}">
                <a16:creationId xmlns:a16="http://schemas.microsoft.com/office/drawing/2014/main" id="{60A19316-7433-3663-9FB3-C546D6DE6F7F}"/>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382599061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text-on-picture">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BFAD01-2823-82B9-F4E0-CBA5FFE440D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B1A137F0-6F31-2DFF-5212-992575BAB790}"/>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pic>
        <p:nvPicPr>
          <p:cNvPr id="3" name="Graphic 2">
            <a:extLst>
              <a:ext uri="{FF2B5EF4-FFF2-40B4-BE49-F238E27FC236}">
                <a16:creationId xmlns:a16="http://schemas.microsoft.com/office/drawing/2014/main" id="{6386ACA0-7695-36E1-7552-3AF971CD40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4" name="Subtitle 2">
            <a:extLst>
              <a:ext uri="{FF2B5EF4-FFF2-40B4-BE49-F238E27FC236}">
                <a16:creationId xmlns:a16="http://schemas.microsoft.com/office/drawing/2014/main" id="{4DDF3696-551A-7EC2-4489-43BAFEC4A3DB}"/>
              </a:ext>
            </a:extLst>
          </p:cNvPr>
          <p:cNvSpPr>
            <a:spLocks noGrp="1"/>
          </p:cNvSpPr>
          <p:nvPr>
            <p:ph type="subTitle" idx="1" hasCustomPrompt="1"/>
          </p:nvPr>
        </p:nvSpPr>
        <p:spPr>
          <a:xfrm>
            <a:off x="838200" y="1767252"/>
            <a:ext cx="58039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Tree>
    <p:extLst>
      <p:ext uri="{BB962C8B-B14F-4D97-AF65-F5344CB8AC3E}">
        <p14:creationId xmlns:p14="http://schemas.microsoft.com/office/powerpoint/2010/main" val="309282267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3-text-on-picture">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B42324-725D-2EB8-2C66-01ECAA6A2996}"/>
              </a:ext>
            </a:extLst>
          </p:cNvPr>
          <p:cNvPicPr>
            <a:picLocks noChangeAspect="1"/>
          </p:cNvPicPr>
          <p:nvPr userDrawn="1"/>
        </p:nvPicPr>
        <p:blipFill>
          <a:blip r:embed="rId2"/>
          <a:stretch>
            <a:fillRect/>
          </a:stretch>
        </p:blipFill>
        <p:spPr>
          <a:xfrm>
            <a:off x="3451860" y="0"/>
            <a:ext cx="8740140" cy="6858000"/>
          </a:xfrm>
          <a:prstGeom prst="rect">
            <a:avLst/>
          </a:prstGeom>
        </p:spPr>
      </p:pic>
      <p:sp>
        <p:nvSpPr>
          <p:cNvPr id="6" name="Title 1">
            <a:extLst>
              <a:ext uri="{FF2B5EF4-FFF2-40B4-BE49-F238E27FC236}">
                <a16:creationId xmlns:a16="http://schemas.microsoft.com/office/drawing/2014/main" id="{B1A137F0-6F31-2DFF-5212-992575BAB790}"/>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pic>
        <p:nvPicPr>
          <p:cNvPr id="3" name="Graphic 2">
            <a:extLst>
              <a:ext uri="{FF2B5EF4-FFF2-40B4-BE49-F238E27FC236}">
                <a16:creationId xmlns:a16="http://schemas.microsoft.com/office/drawing/2014/main" id="{6386ACA0-7695-36E1-7552-3AF971CD40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4" name="Subtitle 2">
            <a:extLst>
              <a:ext uri="{FF2B5EF4-FFF2-40B4-BE49-F238E27FC236}">
                <a16:creationId xmlns:a16="http://schemas.microsoft.com/office/drawing/2014/main" id="{4DDF3696-551A-7EC2-4489-43BAFEC4A3DB}"/>
              </a:ext>
            </a:extLst>
          </p:cNvPr>
          <p:cNvSpPr>
            <a:spLocks noGrp="1"/>
          </p:cNvSpPr>
          <p:nvPr>
            <p:ph type="subTitle" idx="1" hasCustomPrompt="1"/>
          </p:nvPr>
        </p:nvSpPr>
        <p:spPr>
          <a:xfrm>
            <a:off x="838200" y="1767252"/>
            <a:ext cx="58039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Tree>
    <p:extLst>
      <p:ext uri="{BB962C8B-B14F-4D97-AF65-F5344CB8AC3E}">
        <p14:creationId xmlns:p14="http://schemas.microsoft.com/office/powerpoint/2010/main" val="224486836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text-on-pictur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92FF81-03D6-589E-D4DF-3EE5CEAD747E}"/>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6386ACA0-7695-36E1-7552-3AF971CD40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2" name="Subtitle 2">
            <a:extLst>
              <a:ext uri="{FF2B5EF4-FFF2-40B4-BE49-F238E27FC236}">
                <a16:creationId xmlns:a16="http://schemas.microsoft.com/office/drawing/2014/main" id="{0986B6CD-EC6E-2659-75E6-E36B68C2C95B}"/>
              </a:ext>
            </a:extLst>
          </p:cNvPr>
          <p:cNvSpPr>
            <a:spLocks noGrp="1"/>
          </p:cNvSpPr>
          <p:nvPr>
            <p:ph type="subTitle" idx="1" hasCustomPrompt="1"/>
          </p:nvPr>
        </p:nvSpPr>
        <p:spPr>
          <a:xfrm>
            <a:off x="838200" y="1767252"/>
            <a:ext cx="55245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5" name="Title 1">
            <a:extLst>
              <a:ext uri="{FF2B5EF4-FFF2-40B4-BE49-F238E27FC236}">
                <a16:creationId xmlns:a16="http://schemas.microsoft.com/office/drawing/2014/main" id="{3078D0A6-FDE3-D246-27F2-9F5F9F9E564C}"/>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3263238005"/>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6_contacts_white 4">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Picture Placeholder 8">
            <a:extLst>
              <a:ext uri="{FF2B5EF4-FFF2-40B4-BE49-F238E27FC236}">
                <a16:creationId xmlns:a16="http://schemas.microsoft.com/office/drawing/2014/main" id="{B4C2C05D-F7B0-3F4A-C55A-DBFFE0759B08}"/>
              </a:ext>
            </a:extLst>
          </p:cNvPr>
          <p:cNvSpPr>
            <a:spLocks noGrp="1"/>
          </p:cNvSpPr>
          <p:nvPr>
            <p:ph type="pic" sz="quarter" idx="13"/>
          </p:nvPr>
        </p:nvSpPr>
        <p:spPr>
          <a:xfrm>
            <a:off x="665721" y="2862470"/>
            <a:ext cx="1332157" cy="1332158"/>
          </a:xfrm>
          <a:prstGeom prst="rect">
            <a:avLst/>
          </a:prstGeom>
          <a:solidFill>
            <a:schemeClr val="accent1"/>
          </a:solidFill>
        </p:spPr>
        <p:txBody>
          <a:bodyPr/>
          <a:lstStyle/>
          <a:p>
            <a:r>
              <a:rPr lang="en-GB"/>
              <a:t>Click icon to add picture</a:t>
            </a:r>
            <a:endParaRPr lang="et-EE" dirty="0"/>
          </a:p>
        </p:txBody>
      </p:sp>
      <p:sp>
        <p:nvSpPr>
          <p:cNvPr id="34" name="Text Placeholder 33">
            <a:extLst>
              <a:ext uri="{FF2B5EF4-FFF2-40B4-BE49-F238E27FC236}">
                <a16:creationId xmlns:a16="http://schemas.microsoft.com/office/drawing/2014/main" id="{140F2358-E719-4D8C-ECFC-CB3BBBA04871}"/>
              </a:ext>
            </a:extLst>
          </p:cNvPr>
          <p:cNvSpPr>
            <a:spLocks noGrp="1"/>
          </p:cNvSpPr>
          <p:nvPr>
            <p:ph type="body" sz="quarter" idx="23"/>
          </p:nvPr>
        </p:nvSpPr>
        <p:spPr>
          <a:xfrm>
            <a:off x="548921" y="50561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61" name="Text Placeholder 60">
            <a:extLst>
              <a:ext uri="{FF2B5EF4-FFF2-40B4-BE49-F238E27FC236}">
                <a16:creationId xmlns:a16="http://schemas.microsoft.com/office/drawing/2014/main" id="{7E6DCDA9-930E-D7E6-7714-C885E262D864}"/>
              </a:ext>
            </a:extLst>
          </p:cNvPr>
          <p:cNvSpPr>
            <a:spLocks noGrp="1"/>
          </p:cNvSpPr>
          <p:nvPr>
            <p:ph type="body" sz="quarter" idx="40" hasCustomPrompt="1"/>
          </p:nvPr>
        </p:nvSpPr>
        <p:spPr>
          <a:xfrm>
            <a:off x="548921"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78" name="Picture Placeholder 8">
            <a:extLst>
              <a:ext uri="{FF2B5EF4-FFF2-40B4-BE49-F238E27FC236}">
                <a16:creationId xmlns:a16="http://schemas.microsoft.com/office/drawing/2014/main" id="{0ABC76DC-5869-49CD-D6B5-B6337F6FFF7A}"/>
              </a:ext>
            </a:extLst>
          </p:cNvPr>
          <p:cNvSpPr>
            <a:spLocks noGrp="1"/>
          </p:cNvSpPr>
          <p:nvPr>
            <p:ph type="pic" sz="quarter" idx="50"/>
          </p:nvPr>
        </p:nvSpPr>
        <p:spPr>
          <a:xfrm>
            <a:off x="3776757" y="2862470"/>
            <a:ext cx="1332157" cy="1332158"/>
          </a:xfrm>
          <a:prstGeom prst="rect">
            <a:avLst/>
          </a:prstGeom>
          <a:solidFill>
            <a:schemeClr val="accent1"/>
          </a:solidFill>
        </p:spPr>
        <p:txBody>
          <a:bodyPr/>
          <a:lstStyle/>
          <a:p>
            <a:r>
              <a:rPr lang="en-GB"/>
              <a:t>Click icon to add picture</a:t>
            </a:r>
            <a:endParaRPr lang="et-EE" dirty="0"/>
          </a:p>
        </p:txBody>
      </p:sp>
      <p:sp>
        <p:nvSpPr>
          <p:cNvPr id="80" name="Text Placeholder 33">
            <a:extLst>
              <a:ext uri="{FF2B5EF4-FFF2-40B4-BE49-F238E27FC236}">
                <a16:creationId xmlns:a16="http://schemas.microsoft.com/office/drawing/2014/main" id="{B56A3713-6C26-EA28-6980-1929BBE3C34A}"/>
              </a:ext>
            </a:extLst>
          </p:cNvPr>
          <p:cNvSpPr>
            <a:spLocks noGrp="1"/>
          </p:cNvSpPr>
          <p:nvPr>
            <p:ph type="body" sz="quarter" idx="51"/>
          </p:nvPr>
        </p:nvSpPr>
        <p:spPr>
          <a:xfrm>
            <a:off x="3659957" y="50744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81" name="Text Placeholder 60">
            <a:extLst>
              <a:ext uri="{FF2B5EF4-FFF2-40B4-BE49-F238E27FC236}">
                <a16:creationId xmlns:a16="http://schemas.microsoft.com/office/drawing/2014/main" id="{8AA2532C-50EF-F833-1900-40C41C64D804}"/>
              </a:ext>
            </a:extLst>
          </p:cNvPr>
          <p:cNvSpPr>
            <a:spLocks noGrp="1"/>
          </p:cNvSpPr>
          <p:nvPr>
            <p:ph type="body" sz="quarter" idx="52" hasCustomPrompt="1"/>
          </p:nvPr>
        </p:nvSpPr>
        <p:spPr>
          <a:xfrm>
            <a:off x="3659957"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sp>
        <p:nvSpPr>
          <p:cNvPr id="88" name="Picture Placeholder 8">
            <a:extLst>
              <a:ext uri="{FF2B5EF4-FFF2-40B4-BE49-F238E27FC236}">
                <a16:creationId xmlns:a16="http://schemas.microsoft.com/office/drawing/2014/main" id="{92764AE8-30EC-BFBC-1026-AA1B7B5663FD}"/>
              </a:ext>
            </a:extLst>
          </p:cNvPr>
          <p:cNvSpPr>
            <a:spLocks noGrp="1"/>
          </p:cNvSpPr>
          <p:nvPr>
            <p:ph type="pic" sz="quarter" idx="53"/>
          </p:nvPr>
        </p:nvSpPr>
        <p:spPr>
          <a:xfrm>
            <a:off x="6737750" y="2862470"/>
            <a:ext cx="1332157" cy="1332158"/>
          </a:xfrm>
          <a:prstGeom prst="rect">
            <a:avLst/>
          </a:prstGeom>
          <a:solidFill>
            <a:schemeClr val="accent1"/>
          </a:solidFill>
        </p:spPr>
        <p:txBody>
          <a:bodyPr/>
          <a:lstStyle/>
          <a:p>
            <a:r>
              <a:rPr lang="en-GB"/>
              <a:t>Click icon to add picture</a:t>
            </a:r>
            <a:endParaRPr lang="et-EE" dirty="0"/>
          </a:p>
        </p:txBody>
      </p:sp>
      <p:sp>
        <p:nvSpPr>
          <p:cNvPr id="90" name="Text Placeholder 33">
            <a:extLst>
              <a:ext uri="{FF2B5EF4-FFF2-40B4-BE49-F238E27FC236}">
                <a16:creationId xmlns:a16="http://schemas.microsoft.com/office/drawing/2014/main" id="{87831BCD-2CC3-BDA7-FF47-5C030AE3C1DC}"/>
              </a:ext>
            </a:extLst>
          </p:cNvPr>
          <p:cNvSpPr>
            <a:spLocks noGrp="1"/>
          </p:cNvSpPr>
          <p:nvPr>
            <p:ph type="body" sz="quarter" idx="54"/>
          </p:nvPr>
        </p:nvSpPr>
        <p:spPr>
          <a:xfrm>
            <a:off x="6620950" y="50744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91" name="Text Placeholder 60">
            <a:extLst>
              <a:ext uri="{FF2B5EF4-FFF2-40B4-BE49-F238E27FC236}">
                <a16:creationId xmlns:a16="http://schemas.microsoft.com/office/drawing/2014/main" id="{7819BA3A-95FC-3CDA-EBCE-8E4E777F7543}"/>
              </a:ext>
            </a:extLst>
          </p:cNvPr>
          <p:cNvSpPr>
            <a:spLocks noGrp="1"/>
          </p:cNvSpPr>
          <p:nvPr>
            <p:ph type="body" sz="quarter" idx="55" hasCustomPrompt="1"/>
          </p:nvPr>
        </p:nvSpPr>
        <p:spPr>
          <a:xfrm>
            <a:off x="6620950"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sp>
        <p:nvSpPr>
          <p:cNvPr id="92" name="Picture Placeholder 8">
            <a:extLst>
              <a:ext uri="{FF2B5EF4-FFF2-40B4-BE49-F238E27FC236}">
                <a16:creationId xmlns:a16="http://schemas.microsoft.com/office/drawing/2014/main" id="{FB1772AE-CC89-C24A-94BA-8CFBB8AD1C7D}"/>
              </a:ext>
            </a:extLst>
          </p:cNvPr>
          <p:cNvSpPr>
            <a:spLocks noGrp="1"/>
          </p:cNvSpPr>
          <p:nvPr>
            <p:ph type="pic" sz="quarter" idx="56"/>
          </p:nvPr>
        </p:nvSpPr>
        <p:spPr>
          <a:xfrm>
            <a:off x="9848786" y="2862470"/>
            <a:ext cx="1332157" cy="1332158"/>
          </a:xfrm>
          <a:prstGeom prst="rect">
            <a:avLst/>
          </a:prstGeom>
          <a:solidFill>
            <a:schemeClr val="accent1"/>
          </a:solidFill>
        </p:spPr>
        <p:txBody>
          <a:bodyPr/>
          <a:lstStyle/>
          <a:p>
            <a:r>
              <a:rPr lang="en-GB"/>
              <a:t>Click icon to add picture</a:t>
            </a:r>
            <a:endParaRPr lang="et-EE" dirty="0"/>
          </a:p>
        </p:txBody>
      </p:sp>
      <p:sp>
        <p:nvSpPr>
          <p:cNvPr id="94" name="Text Placeholder 33">
            <a:extLst>
              <a:ext uri="{FF2B5EF4-FFF2-40B4-BE49-F238E27FC236}">
                <a16:creationId xmlns:a16="http://schemas.microsoft.com/office/drawing/2014/main" id="{DEC578C4-C5AA-6E3C-9F30-993758121223}"/>
              </a:ext>
            </a:extLst>
          </p:cNvPr>
          <p:cNvSpPr>
            <a:spLocks noGrp="1"/>
          </p:cNvSpPr>
          <p:nvPr>
            <p:ph type="body" sz="quarter" idx="57"/>
          </p:nvPr>
        </p:nvSpPr>
        <p:spPr>
          <a:xfrm>
            <a:off x="9731986" y="50744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95" name="Text Placeholder 60">
            <a:extLst>
              <a:ext uri="{FF2B5EF4-FFF2-40B4-BE49-F238E27FC236}">
                <a16:creationId xmlns:a16="http://schemas.microsoft.com/office/drawing/2014/main" id="{1E40FADD-478F-39FD-85E3-A2E55DA07DF9}"/>
              </a:ext>
            </a:extLst>
          </p:cNvPr>
          <p:cNvSpPr>
            <a:spLocks noGrp="1"/>
          </p:cNvSpPr>
          <p:nvPr>
            <p:ph type="body" sz="quarter" idx="58" hasCustomPrompt="1"/>
          </p:nvPr>
        </p:nvSpPr>
        <p:spPr>
          <a:xfrm>
            <a:off x="9731986"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sp>
        <p:nvSpPr>
          <p:cNvPr id="2" name="Title 16">
            <a:extLst>
              <a:ext uri="{FF2B5EF4-FFF2-40B4-BE49-F238E27FC236}">
                <a16:creationId xmlns:a16="http://schemas.microsoft.com/office/drawing/2014/main" id="{6E9984FE-859B-F235-FA0B-4A62DDD05697}"/>
              </a:ext>
            </a:extLst>
          </p:cNvPr>
          <p:cNvSpPr>
            <a:spLocks noGrp="1"/>
          </p:cNvSpPr>
          <p:nvPr>
            <p:ph type="title" hasCustomPrompt="1"/>
          </p:nvPr>
        </p:nvSpPr>
        <p:spPr>
          <a:xfrm>
            <a:off x="296518" y="1373248"/>
            <a:ext cx="11598965" cy="722202"/>
          </a:xfrm>
          <a:prstGeom prst="rect">
            <a:avLst/>
          </a:prstGeom>
        </p:spPr>
        <p:txBody>
          <a:bodyPr>
            <a:normAutofit/>
          </a:bodyPr>
          <a:lstStyle>
            <a:lvl1pPr algn="ctr">
              <a:defRPr sz="36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31148631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5950CAD-20B8-F2DA-717A-139C78BCCACE}"/>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829918" y="746540"/>
            <a:ext cx="1948696" cy="710701"/>
          </a:xfrm>
          <a:prstGeom prst="rect">
            <a:avLst/>
          </a:prstGeom>
        </p:spPr>
      </p:pic>
    </p:spTree>
    <p:extLst>
      <p:ext uri="{BB962C8B-B14F-4D97-AF65-F5344CB8AC3E}">
        <p14:creationId xmlns:p14="http://schemas.microsoft.com/office/powerpoint/2010/main" val="3529854708"/>
      </p:ext>
    </p:extLst>
  </p:cSld>
  <p:clrMap bg1="lt1" tx1="dk1" bg2="lt2" tx2="dk2" accent1="accent1" accent2="accent2" accent3="accent3" accent4="accent4" accent5="accent5" accent6="accent6" hlink="hlink" folHlink="folHlink"/>
  <p:sldLayoutIdLst>
    <p:sldLayoutId id="2147483661" r:id="rId1"/>
    <p:sldLayoutId id="2147483668" r:id="rId2"/>
    <p:sldLayoutId id="2147483693" r:id="rId3"/>
    <p:sldLayoutId id="2147483670" r:id="rId4"/>
    <p:sldLayoutId id="2147483683" r:id="rId5"/>
    <p:sldLayoutId id="2147483688" r:id="rId6"/>
    <p:sldLayoutId id="2147483694" r:id="rId7"/>
    <p:sldLayoutId id="2147483691" r:id="rId8"/>
    <p:sldLayoutId id="2147483678" r:id="rId9"/>
    <p:sldLayoutId id="2147483680" r:id="rId10"/>
    <p:sldLayoutId id="2147483679" r:id="rId11"/>
    <p:sldLayoutId id="2147483696" r:id="rId12"/>
    <p:sldLayoutId id="2147483690" r:id="rId13"/>
    <p:sldLayoutId id="2147483671" r:id="rId14"/>
  </p:sldLayoutIdLst>
  <p:hf hdr="0" ftr="0" dt="0"/>
  <p:txStyles>
    <p:titleStyle>
      <a:lvl1pPr algn="l" defTabSz="914400" rtl="0" eaLnBrk="1" latinLnBrk="0" hangingPunct="1">
        <a:lnSpc>
          <a:spcPct val="90000"/>
        </a:lnSpc>
        <a:spcBef>
          <a:spcPct val="0"/>
        </a:spcBef>
        <a:buNone/>
        <a:defRPr sz="4800" kern="1200">
          <a:solidFill>
            <a:schemeClr val="bg1"/>
          </a:solidFill>
          <a:latin typeface="Calibri" panose="020F0502020204030204" pitchFamily="34" charset="0"/>
          <a:ea typeface="+mj-ea"/>
          <a:cs typeface="+mj-cs"/>
        </a:defRPr>
      </a:lvl1pPr>
    </p:titleStyle>
    <p:body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bg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bg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700" i="0" kern="1200">
          <a:solidFill>
            <a:schemeClr val="bg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t-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t>Group 9 – Blinded by distraction</a:t>
            </a:r>
          </a:p>
        </p:txBody>
      </p:sp>
      <p:sp>
        <p:nvSpPr>
          <p:cNvPr id="3" name="Text Placeholder 2"/>
          <p:cNvSpPr>
            <a:spLocks noGrp="1"/>
          </p:cNvSpPr>
          <p:nvPr>
            <p:ph type="body" idx="13"/>
          </p:nvPr>
        </p:nvSpPr>
        <p:spPr/>
        <p:txBody>
          <a:bodyPr>
            <a:normAutofit/>
          </a:bodyPr>
          <a:lstStyle/>
          <a:p>
            <a:r>
              <a:t>Marika Adson, Annabel Agasild, Karen Roht, Tomi Lahe, Ann Marleen Varul; Supervisor: Madis Vasser, PhD</a:t>
            </a:r>
          </a:p>
        </p:txBody>
      </p:sp>
      <p:sp>
        <p:nvSpPr>
          <p:cNvPr id="4" name="Title 3"/>
          <p:cNvSpPr>
            <a:spLocks noGrp="1"/>
          </p:cNvSpPr>
          <p:nvPr>
            <p:ph type="title"/>
          </p:nvPr>
        </p:nvSpPr>
        <p:spPr/>
        <p:txBody>
          <a:bodyPr>
            <a:normAutofit/>
          </a:bodyPr>
          <a:lstStyle/>
          <a:p>
            <a:r>
              <a:t>Meta Smart Glasses vs Smartphone: Inattentional Blindness Study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t>Introduction</a:t>
            </a:r>
          </a:p>
        </p:txBody>
      </p:sp>
      <p:sp>
        <p:nvSpPr>
          <p:cNvPr id="3" name="Subtitle 2"/>
          <p:cNvSpPr>
            <a:spLocks noGrp="1"/>
          </p:cNvSpPr>
          <p:nvPr>
            <p:ph type="subTitle" idx="1"/>
          </p:nvPr>
        </p:nvSpPr>
        <p:spPr/>
        <p:txBody>
          <a:bodyPr>
            <a:normAutofit/>
          </a:bodyPr>
          <a:lstStyle/>
          <a:p>
            <a:r>
              <a:t>Inattentional blindness (IB) occurs when obvious stimuli are missed while attention is directed elsewhere. Using VR/MR can increase ecological validity of IB experiments, but traditional screen‑based paradigms may lack realism. This study compares Meta smart‑glasses (HUD) to smartphone use during walking, evaluating how device type and cognitive load affect IB.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2×2 within‑subjects design (device: Meta glasses vs smartphone) × (cognitive load: low vs high). Eight participants (after excluding two) completed all four counterbalanced conditions. Primary measure: detection rate of unexpected objects (IB). Secondary measures: subjective attention ratings and questionnaire on technology habits.</a:t>
            </a:r>
          </a:p>
        </p:txBody>
      </p:sp>
      <p:sp>
        <p:nvSpPr>
          <p:cNvPr id="3" name="Title 2"/>
          <p:cNvSpPr>
            <a:spLocks noGrp="1"/>
          </p:cNvSpPr>
          <p:nvPr>
            <p:ph type="title"/>
          </p:nvPr>
        </p:nvSpPr>
        <p:spPr/>
        <p:txBody>
          <a:bodyPr>
            <a:normAutofit/>
          </a:bodyPr>
          <a:lstStyle/>
          <a:p>
            <a:r>
              <a:t>Methods – Design &amp; Participants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Mean detection rates and variability across conditions are shown in the table below.</a:t>
            </a:r>
          </a:p>
        </p:txBody>
      </p:sp>
      <p:sp>
        <p:nvSpPr>
          <p:cNvPr id="3" name="Picture Placeholder 2"/>
          <p:cNvSpPr>
            <a:spLocks noGrp="1"/>
          </p:cNvSpPr>
          <p:nvPr>
            <p:ph type="pic" sz="quarter" idx="10"/>
          </p:nvPr>
        </p:nvSpPr>
        <p:spPr/>
        <p:txBody>
          <a:bodyPr>
            <a:normAutofit/>
          </a:bodyPr>
          <a:lstStyle/>
          <a:p>
            <a:endParaRPr/>
          </a:p>
        </p:txBody>
      </p:sp>
      <p:sp>
        <p:nvSpPr>
          <p:cNvPr id="4" name="Title 3"/>
          <p:cNvSpPr>
            <a:spLocks noGrp="1"/>
          </p:cNvSpPr>
          <p:nvPr>
            <p:ph type="title"/>
          </p:nvPr>
        </p:nvSpPr>
        <p:spPr/>
        <p:txBody>
          <a:bodyPr>
            <a:normAutofit/>
          </a:bodyPr>
          <a:lstStyle/>
          <a:p>
            <a:r>
              <a:t>Results – Descriptive Statistics</a:t>
            </a:r>
          </a:p>
        </p:txBody>
      </p:sp>
      <p:sp>
        <p:nvSpPr>
          <p:cNvPr id="5" name="Text Placeholder 4"/>
          <p:cNvSpPr>
            <a:spLocks noGrp="1"/>
          </p:cNvSpPr>
          <p:nvPr>
            <p:ph type="body" sz="quarter" idx="11"/>
          </p:nvPr>
        </p:nvSpPr>
        <p:spPr/>
        <p:txBody>
          <a:bodyPr>
            <a:normAutofit/>
          </a:bodyPr>
          <a:lstStyle/>
          <a:p>
            <a:endParaRPr/>
          </a:p>
        </p:txBody>
      </p:sp>
      <p:graphicFrame>
        <p:nvGraphicFramePr>
          <p:cNvPr id="6" name="Table 5"/>
          <p:cNvGraphicFramePr>
            <a:graphicFrameLocks noGrp="1"/>
          </p:cNvGraphicFramePr>
          <p:nvPr/>
        </p:nvGraphicFramePr>
        <p:xfrm>
          <a:off x="640080" y="1463040"/>
          <a:ext cx="10881360" cy="1828800"/>
        </p:xfrm>
        <a:graphic>
          <a:graphicData uri="http://schemas.openxmlformats.org/drawingml/2006/table">
            <a:tbl>
              <a:tblPr firstRow="1" bandRow="1">
                <a:tableStyleId>{5C22544A-7EE6-4342-B048-85BDC9FD1C3A}</a:tableStyleId>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365760">
                <a:tc>
                  <a:txBody>
                    <a:bodyPr/>
                    <a:lstStyle/>
                    <a:p>
                      <a:r>
                        <a:rPr b="1"/>
                        <a:t>Condition</a:t>
                      </a:r>
                    </a:p>
                  </a:txBody>
                  <a:tcPr/>
                </a:tc>
                <a:tc>
                  <a:txBody>
                    <a:bodyPr/>
                    <a:lstStyle/>
                    <a:p>
                      <a:r>
                        <a:rPr b="1"/>
                        <a:t>Mean</a:t>
                      </a:r>
                    </a:p>
                  </a:txBody>
                  <a:tcPr/>
                </a:tc>
                <a:tc>
                  <a:txBody>
                    <a:bodyPr/>
                    <a:lstStyle/>
                    <a:p>
                      <a:r>
                        <a:rPr b="1"/>
                        <a:t>SD</a:t>
                      </a:r>
                    </a:p>
                  </a:txBody>
                  <a:tcPr/>
                </a:tc>
                <a:tc>
                  <a:txBody>
                    <a:bodyPr/>
                    <a:lstStyle/>
                    <a:p>
                      <a:r>
                        <a:rPr b="1"/>
                        <a:t>Range</a:t>
                      </a:r>
                    </a:p>
                  </a:txBody>
                  <a:tcPr/>
                </a:tc>
                <a:extLst>
                  <a:ext uri="{0D108BD9-81ED-4DB2-BD59-A6C34878D82A}">
                    <a16:rowId xmlns:a16="http://schemas.microsoft.com/office/drawing/2014/main" val="10000"/>
                  </a:ext>
                </a:extLst>
              </a:tr>
              <a:tr h="365760">
                <a:tc>
                  <a:txBody>
                    <a:bodyPr/>
                    <a:lstStyle/>
                    <a:p>
                      <a:r>
                        <a:t>Meta‑low</a:t>
                      </a:r>
                    </a:p>
                  </a:txBody>
                  <a:tcPr/>
                </a:tc>
                <a:tc>
                  <a:txBody>
                    <a:bodyPr/>
                    <a:lstStyle/>
                    <a:p>
                      <a:r>
                        <a:t>1.5</a:t>
                      </a:r>
                    </a:p>
                  </a:txBody>
                  <a:tcPr/>
                </a:tc>
                <a:tc>
                  <a:txBody>
                    <a:bodyPr/>
                    <a:lstStyle/>
                    <a:p>
                      <a:r>
                        <a:t>1.69</a:t>
                      </a:r>
                    </a:p>
                  </a:txBody>
                  <a:tcPr/>
                </a:tc>
                <a:tc>
                  <a:txBody>
                    <a:bodyPr/>
                    <a:lstStyle/>
                    <a:p>
                      <a:r>
                        <a:t>0‑4</a:t>
                      </a:r>
                    </a:p>
                  </a:txBody>
                  <a:tcPr/>
                </a:tc>
                <a:extLst>
                  <a:ext uri="{0D108BD9-81ED-4DB2-BD59-A6C34878D82A}">
                    <a16:rowId xmlns:a16="http://schemas.microsoft.com/office/drawing/2014/main" val="10001"/>
                  </a:ext>
                </a:extLst>
              </a:tr>
              <a:tr h="365760">
                <a:tc>
                  <a:txBody>
                    <a:bodyPr/>
                    <a:lstStyle/>
                    <a:p>
                      <a:r>
                        <a:t>Meta‑high</a:t>
                      </a:r>
                    </a:p>
                  </a:txBody>
                  <a:tcPr/>
                </a:tc>
                <a:tc>
                  <a:txBody>
                    <a:bodyPr/>
                    <a:lstStyle/>
                    <a:p>
                      <a:r>
                        <a:t>3.0</a:t>
                      </a:r>
                    </a:p>
                  </a:txBody>
                  <a:tcPr/>
                </a:tc>
                <a:tc>
                  <a:txBody>
                    <a:bodyPr/>
                    <a:lstStyle/>
                    <a:p>
                      <a:r>
                        <a:t>3.70</a:t>
                      </a:r>
                    </a:p>
                  </a:txBody>
                  <a:tcPr/>
                </a:tc>
                <a:tc>
                  <a:txBody>
                    <a:bodyPr/>
                    <a:lstStyle/>
                    <a:p>
                      <a:r>
                        <a:t>0‑10</a:t>
                      </a:r>
                    </a:p>
                  </a:txBody>
                  <a:tcPr/>
                </a:tc>
                <a:extLst>
                  <a:ext uri="{0D108BD9-81ED-4DB2-BD59-A6C34878D82A}">
                    <a16:rowId xmlns:a16="http://schemas.microsoft.com/office/drawing/2014/main" val="10002"/>
                  </a:ext>
                </a:extLst>
              </a:tr>
              <a:tr h="365760">
                <a:tc>
                  <a:txBody>
                    <a:bodyPr/>
                    <a:lstStyle/>
                    <a:p>
                      <a:r>
                        <a:t>Phone‑low</a:t>
                      </a:r>
                    </a:p>
                  </a:txBody>
                  <a:tcPr/>
                </a:tc>
                <a:tc>
                  <a:txBody>
                    <a:bodyPr/>
                    <a:lstStyle/>
                    <a:p>
                      <a:r>
                        <a:t>1.56</a:t>
                      </a:r>
                    </a:p>
                  </a:txBody>
                  <a:tcPr/>
                </a:tc>
                <a:tc>
                  <a:txBody>
                    <a:bodyPr/>
                    <a:lstStyle/>
                    <a:p>
                      <a:r>
                        <a:t>1.99</a:t>
                      </a:r>
                    </a:p>
                  </a:txBody>
                  <a:tcPr/>
                </a:tc>
                <a:tc>
                  <a:txBody>
                    <a:bodyPr/>
                    <a:lstStyle/>
                    <a:p>
                      <a:r>
                        <a:t>0‑5</a:t>
                      </a:r>
                    </a:p>
                  </a:txBody>
                  <a:tcPr/>
                </a:tc>
                <a:extLst>
                  <a:ext uri="{0D108BD9-81ED-4DB2-BD59-A6C34878D82A}">
                    <a16:rowId xmlns:a16="http://schemas.microsoft.com/office/drawing/2014/main" val="10003"/>
                  </a:ext>
                </a:extLst>
              </a:tr>
              <a:tr h="365760">
                <a:tc>
                  <a:txBody>
                    <a:bodyPr/>
                    <a:lstStyle/>
                    <a:p>
                      <a:r>
                        <a:t>Phone‑high</a:t>
                      </a:r>
                    </a:p>
                  </a:txBody>
                  <a:tcPr/>
                </a:tc>
                <a:tc>
                  <a:txBody>
                    <a:bodyPr/>
                    <a:lstStyle/>
                    <a:p>
                      <a:r>
                        <a:t>2.25</a:t>
                      </a:r>
                    </a:p>
                  </a:txBody>
                  <a:tcPr/>
                </a:tc>
                <a:tc>
                  <a:txBody>
                    <a:bodyPr/>
                    <a:lstStyle/>
                    <a:p>
                      <a:r>
                        <a:t>2.92</a:t>
                      </a:r>
                    </a:p>
                  </a:txBody>
                  <a:tcPr/>
                </a:tc>
                <a:tc>
                  <a:txBody>
                    <a:bodyPr/>
                    <a:lstStyle/>
                    <a:p>
                      <a:r>
                        <a:t>0‑8</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No significant main effects or interactions were found; detection rates did not differ reliably between devices or cognitive‑load levels, supporting the null hypothesis. This suggests that both HUD and phone tasks captured attention sufficiently to induce low awareness, making device‑specific differences subtle and undetectable with the current sample size.</a:t>
            </a:r>
          </a:p>
        </p:txBody>
      </p:sp>
      <p:sp>
        <p:nvSpPr>
          <p:cNvPr id="3" name="Title 2"/>
          <p:cNvSpPr>
            <a:spLocks noGrp="1"/>
          </p:cNvSpPr>
          <p:nvPr>
            <p:ph type="title"/>
          </p:nvPr>
        </p:nvSpPr>
        <p:spPr/>
        <p:txBody>
          <a:bodyPr>
            <a:normAutofit/>
          </a:bodyPr>
          <a:lstStyle/>
          <a:p>
            <a:r>
              <a:t>Discussion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p:txBody>
          <a:bodyPr/>
          <a:lstStyle/>
          <a:p>
            <a:endParaRPr/>
          </a:p>
        </p:txBody>
      </p:sp>
      <p:sp>
        <p:nvSpPr>
          <p:cNvPr id="3" name="Text Placeholder 2"/>
          <p:cNvSpPr>
            <a:spLocks noGrp="1"/>
          </p:cNvSpPr>
          <p:nvPr>
            <p:ph type="body" sz="quarter" idx="23"/>
          </p:nvPr>
        </p:nvSpPr>
        <p:spPr/>
        <p:txBody>
          <a:bodyPr>
            <a:normAutofit/>
          </a:bodyPr>
          <a:lstStyle/>
          <a:p>
            <a:r>
              <a:t>Appel et al., 2019 – Smartphone zombies! (J. Environ. Psych.)</a:t>
            </a:r>
          </a:p>
          <a:p>
            <a:r>
              <a:t>Hirschhorn, 2024 – VR inattentional blindness (Behav. Res. Methods)</a:t>
            </a:r>
          </a:p>
          <a:p>
            <a:r>
              <a:t>Masters‑Waage et al., 2024 – Social inattentional blindness (Sci. Rep.)</a:t>
            </a:r>
          </a:p>
          <a:p>
            <a:r>
              <a:t>Simons &amp; Chabris, 1999 – Gorilla experiment (Perception)</a:t>
            </a:r>
          </a:p>
          <a:p>
            <a:r>
              <a:t>Vasser &amp; Aru, 2020 – VR guidelines (Curr. Opin. Psychol.)</a:t>
            </a:r>
          </a:p>
          <a:p>
            <a:r>
              <a:t>Wolfe et al., 2022 – Normal blindness (Trends Cogn. Sci.)</a:t>
            </a:r>
          </a:p>
        </p:txBody>
      </p:sp>
      <p:sp>
        <p:nvSpPr>
          <p:cNvPr id="4" name="Text Placeholder 3"/>
          <p:cNvSpPr>
            <a:spLocks noGrp="1"/>
          </p:cNvSpPr>
          <p:nvPr>
            <p:ph type="body" sz="quarter" idx="40"/>
          </p:nvPr>
        </p:nvSpPr>
        <p:spPr/>
        <p:txBody>
          <a:bodyPr/>
          <a:lstStyle/>
          <a:p>
            <a:endParaRPr/>
          </a:p>
        </p:txBody>
      </p:sp>
      <p:sp>
        <p:nvSpPr>
          <p:cNvPr id="5" name="Picture Placeholder 4"/>
          <p:cNvSpPr>
            <a:spLocks noGrp="1"/>
          </p:cNvSpPr>
          <p:nvPr>
            <p:ph type="pic" sz="quarter" idx="50"/>
          </p:nvPr>
        </p:nvSpPr>
        <p:spPr/>
        <p:txBody>
          <a:bodyPr/>
          <a:lstStyle/>
          <a:p>
            <a:endParaRPr/>
          </a:p>
        </p:txBody>
      </p:sp>
      <p:sp>
        <p:nvSpPr>
          <p:cNvPr id="6" name="Text Placeholder 5"/>
          <p:cNvSpPr>
            <a:spLocks noGrp="1"/>
          </p:cNvSpPr>
          <p:nvPr>
            <p:ph type="body" sz="quarter" idx="51"/>
          </p:nvPr>
        </p:nvSpPr>
        <p:spPr/>
        <p:txBody>
          <a:bodyPr/>
          <a:lstStyle/>
          <a:p>
            <a:endParaRPr/>
          </a:p>
        </p:txBody>
      </p:sp>
      <p:sp>
        <p:nvSpPr>
          <p:cNvPr id="7" name="Text Placeholder 6"/>
          <p:cNvSpPr>
            <a:spLocks noGrp="1"/>
          </p:cNvSpPr>
          <p:nvPr>
            <p:ph type="body" sz="quarter" idx="52"/>
          </p:nvPr>
        </p:nvSpPr>
        <p:spPr/>
        <p:txBody>
          <a:bodyPr/>
          <a:lstStyle/>
          <a:p>
            <a:endParaRPr/>
          </a:p>
        </p:txBody>
      </p:sp>
      <p:sp>
        <p:nvSpPr>
          <p:cNvPr id="8" name="Picture Placeholder 7"/>
          <p:cNvSpPr>
            <a:spLocks noGrp="1"/>
          </p:cNvSpPr>
          <p:nvPr>
            <p:ph type="pic" sz="quarter" idx="53"/>
          </p:nvPr>
        </p:nvSpPr>
        <p:spPr/>
        <p:txBody>
          <a:bodyPr/>
          <a:lstStyle/>
          <a:p>
            <a:endParaRPr/>
          </a:p>
        </p:txBody>
      </p:sp>
      <p:sp>
        <p:nvSpPr>
          <p:cNvPr id="9" name="Text Placeholder 8"/>
          <p:cNvSpPr>
            <a:spLocks noGrp="1"/>
          </p:cNvSpPr>
          <p:nvPr>
            <p:ph type="body" sz="quarter" idx="54"/>
          </p:nvPr>
        </p:nvSpPr>
        <p:spPr/>
        <p:txBody>
          <a:bodyPr/>
          <a:lstStyle/>
          <a:p>
            <a:endParaRPr/>
          </a:p>
        </p:txBody>
      </p:sp>
      <p:sp>
        <p:nvSpPr>
          <p:cNvPr id="10" name="Text Placeholder 9"/>
          <p:cNvSpPr>
            <a:spLocks noGrp="1"/>
          </p:cNvSpPr>
          <p:nvPr>
            <p:ph type="body" sz="quarter" idx="55"/>
          </p:nvPr>
        </p:nvSpPr>
        <p:spPr/>
        <p:txBody>
          <a:bodyPr/>
          <a:lstStyle/>
          <a:p>
            <a:endParaRPr/>
          </a:p>
        </p:txBody>
      </p:sp>
      <p:sp>
        <p:nvSpPr>
          <p:cNvPr id="11" name="Picture Placeholder 10"/>
          <p:cNvSpPr>
            <a:spLocks noGrp="1"/>
          </p:cNvSpPr>
          <p:nvPr>
            <p:ph type="pic" sz="quarter" idx="56"/>
          </p:nvPr>
        </p:nvSpPr>
        <p:spPr/>
        <p:txBody>
          <a:bodyPr/>
          <a:lstStyle/>
          <a:p>
            <a:endParaRPr/>
          </a:p>
        </p:txBody>
      </p:sp>
      <p:sp>
        <p:nvSpPr>
          <p:cNvPr id="12" name="Text Placeholder 11"/>
          <p:cNvSpPr>
            <a:spLocks noGrp="1"/>
          </p:cNvSpPr>
          <p:nvPr>
            <p:ph type="body" sz="quarter" idx="57"/>
          </p:nvPr>
        </p:nvSpPr>
        <p:spPr/>
        <p:txBody>
          <a:bodyPr/>
          <a:lstStyle/>
          <a:p>
            <a:endParaRPr/>
          </a:p>
        </p:txBody>
      </p:sp>
      <p:sp>
        <p:nvSpPr>
          <p:cNvPr id="13" name="Text Placeholder 12"/>
          <p:cNvSpPr>
            <a:spLocks noGrp="1"/>
          </p:cNvSpPr>
          <p:nvPr>
            <p:ph type="body" sz="quarter" idx="58"/>
          </p:nvPr>
        </p:nvSpPr>
        <p:spPr/>
        <p:txBody>
          <a:bodyPr/>
          <a:lstStyle/>
          <a:p>
            <a:endParaRPr/>
          </a:p>
        </p:txBody>
      </p:sp>
      <p:sp>
        <p:nvSpPr>
          <p:cNvPr id="14" name="Title 13"/>
          <p:cNvSpPr>
            <a:spLocks noGrp="1"/>
          </p:cNvSpPr>
          <p:nvPr>
            <p:ph type="title"/>
          </p:nvPr>
        </p:nvSpPr>
        <p:spPr/>
        <p:txBody>
          <a:bodyPr>
            <a:normAutofit/>
          </a:bodyPr>
          <a:lstStyle/>
          <a:p>
            <a:r>
              <a:t>References</a:t>
            </a:r>
          </a:p>
        </p:txBody>
      </p:sp>
    </p:spTree>
  </p:cSld>
  <p:clrMapOvr>
    <a:masterClrMapping/>
  </p:clrMapOvr>
</p:sld>
</file>

<file path=ppt/theme/theme1.xml><?xml version="1.0" encoding="utf-8"?>
<a:theme xmlns:a="http://schemas.openxmlformats.org/drawingml/2006/main" name="Office Theme">
  <a:themeElements>
    <a:clrScheme name="icosagen">
      <a:dk1>
        <a:srgbClr val="363738"/>
      </a:dk1>
      <a:lt1>
        <a:srgbClr val="FFFFFF"/>
      </a:lt1>
      <a:dk2>
        <a:srgbClr val="6D6E71"/>
      </a:dk2>
      <a:lt2>
        <a:srgbClr val="FFFFFF"/>
      </a:lt2>
      <a:accent1>
        <a:srgbClr val="A71930"/>
      </a:accent1>
      <a:accent2>
        <a:srgbClr val="D52B1E"/>
      </a:accent2>
      <a:accent3>
        <a:srgbClr val="6D6E71"/>
      </a:accent3>
      <a:accent4>
        <a:srgbClr val="D1D3D4"/>
      </a:accent4>
      <a:accent5>
        <a:srgbClr val="468160"/>
      </a:accent5>
      <a:accent6>
        <a:srgbClr val="AD1125"/>
      </a:accent6>
      <a:hlink>
        <a:srgbClr val="FFFFFF"/>
      </a:hlink>
      <a:folHlink>
        <a:srgbClr val="FFFFFF"/>
      </a:folHlink>
    </a:clrScheme>
    <a:fontScheme name="Icosagen 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osagen slides template 2026" id="{AC2B8190-1A20-4844-A934-AB0C1BFF4827}" vid="{224A3D10-23FE-4862-9CC1-E26B608A80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42169F001A2F4B9C451C5841F744E4" ma:contentTypeVersion="13" ma:contentTypeDescription="Create a new document." ma:contentTypeScope="" ma:versionID="a230064bbda22ee7a9e873cec57c43a8">
  <xsd:schema xmlns:xsd="http://www.w3.org/2001/XMLSchema" xmlns:xs="http://www.w3.org/2001/XMLSchema" xmlns:p="http://schemas.microsoft.com/office/2006/metadata/properties" xmlns:ns2="69bb39e4-9e1d-40b2-a19b-595eaf90860b" xmlns:ns3="5da713d5-fe66-4fdc-bc3b-6ce8bac2bb49" targetNamespace="http://schemas.microsoft.com/office/2006/metadata/properties" ma:root="true" ma:fieldsID="2b21d18c70ef1a2833901cd15153dea6" ns2:_="" ns3:_="">
    <xsd:import namespace="69bb39e4-9e1d-40b2-a19b-595eaf90860b"/>
    <xsd:import namespace="5da713d5-fe66-4fdc-bc3b-6ce8bac2bb4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bb39e4-9e1d-40b2-a19b-595eaf9086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589c0410-f6d5-4bb2-946e-3672772a52f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a713d5-fe66-4fdc-bc3b-6ce8bac2bb4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443559f-c804-4b7e-97e4-7d7cbc9e796f}" ma:internalName="TaxCatchAll" ma:showField="CatchAllData" ma:web="5da713d5-fe66-4fdc-bc3b-6ce8bac2bb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001416-DC15-4FDA-8C31-CD136E074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bb39e4-9e1d-40b2-a19b-595eaf90860b"/>
    <ds:schemaRef ds:uri="5da713d5-fe66-4fdc-bc3b-6ce8bac2bb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1A3C03-C42B-4322-B9DC-62F802BF44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TotalTime>
  <Words>358</Words>
  <Application>Microsoft Macintosh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Meta Smart Glasses vs Smartphone: Inattentional Blindness Study</vt:lpstr>
      <vt:lpstr>Introduction</vt:lpstr>
      <vt:lpstr>Methods – Design &amp; Participants</vt:lpstr>
      <vt:lpstr>Results – Descriptive Statistics</vt:lpstr>
      <vt:lpstr>Discussion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Tomi Lahe</dc:creator>
  <cp:lastModifiedBy>Tomi Lahe</cp:lastModifiedBy>
  <cp:revision>1</cp:revision>
  <cp:lastPrinted>2023-03-17T13:05:21Z</cp:lastPrinted>
  <dcterms:created xsi:type="dcterms:W3CDTF">2026-05-04T16:35:03Z</dcterms:created>
  <dcterms:modified xsi:type="dcterms:W3CDTF">2026-05-13T12:18:51Z</dcterms:modified>
</cp:coreProperties>
</file>