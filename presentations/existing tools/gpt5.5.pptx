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14"/>
  </p:notesMasterIdLst>
  <p:handoutMasterIdLst>
    <p:handoutMasterId r:id="rId15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10.05.26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10.05.26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Broadly Neutralizing SARS‑CoV‑2 Antibody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Inhalation‑based delivery and antiviral protection in non‑human primates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COVID‑19 variants reduced effectiveness of many monoclonal antibodies</a:t>
            </a:r>
          </a:p>
          <a:p>
            <a:pPr>
              <a:defRPr sz="1600"/>
            </a:pPr>
            <a:r>
              <a:t>Systemic antibody delivery provides limited concentration in respiratory epithelium</a:t>
            </a:r>
          </a:p>
          <a:p>
            <a:pPr>
              <a:defRPr sz="1600"/>
            </a:pPr>
            <a:r>
              <a:t>Lung‑targeted delivery could improve antiviral protection</a:t>
            </a:r>
          </a:p>
          <a:p>
            <a:pPr>
              <a:defRPr sz="1600"/>
            </a:pPr>
            <a:r>
              <a:t>Researchers developed an inhalable neutralizing antibody against conserved Spike regions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Study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Develop a broadly neutralizing SARS‑CoV‑2 antibody</a:t>
            </a:r>
          </a:p>
          <a:p>
            <a:pPr>
              <a:defRPr sz="1600"/>
            </a:pPr>
            <a:r>
              <a:t>Maintain efficacy against emerging variants</a:t>
            </a:r>
          </a:p>
          <a:p>
            <a:pPr>
              <a:defRPr sz="1600"/>
            </a:pPr>
            <a:r>
              <a:t>Enable inhalation‑based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600"/>
            </a:pPr>
            <a:r>
              <a:t>Evaluate antibody integrity after nebulization</a:t>
            </a:r>
          </a:p>
          <a:p>
            <a:pPr>
              <a:defRPr sz="1600"/>
            </a:pPr>
            <a:r>
              <a:t>Measure respiratory tract distribution</a:t>
            </a:r>
          </a:p>
          <a:p>
            <a:pPr>
              <a:defRPr sz="1600"/>
            </a:pPr>
            <a:r>
              <a:t>Assess viral load reduction in primate models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Main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Antibody targets a conserved Spike epitope</a:t>
            </a:r>
          </a:p>
          <a:p>
            <a:pPr>
              <a:defRPr sz="1600"/>
            </a:pPr>
            <a:r>
              <a:t>Designed to retain neutralization despite mutations</a:t>
            </a:r>
          </a:p>
          <a:p>
            <a:pPr>
              <a:defRPr sz="1600"/>
            </a:pPr>
            <a:r>
              <a:t>Nebulized delivery improves local lung exposure</a:t>
            </a:r>
          </a:p>
          <a:p>
            <a:pPr>
              <a:defRPr sz="1600"/>
            </a:pPr>
            <a:r>
              <a:t>Potentially lowers systemic dose requirements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Antibody Design and Mechanism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Picture 5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2743200" cy="3550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Antibody engineering and formulation</a:t>
            </a:r>
          </a:p>
          <a:p>
            <a:pPr>
              <a:defRPr sz="1600"/>
            </a:pPr>
            <a:r>
              <a:t>Nebulization testing with vibrating mesh device</a:t>
            </a:r>
          </a:p>
          <a:p>
            <a:pPr>
              <a:defRPr sz="1600"/>
            </a:pPr>
            <a:r>
              <a:t>Distribution analysis in respiratory tract</a:t>
            </a:r>
          </a:p>
          <a:p>
            <a:pPr>
              <a:defRPr sz="1600"/>
            </a:pPr>
            <a:r>
              <a:t>SARS‑CoV‑2 challenge experiments in non‑human primates</a:t>
            </a:r>
          </a:p>
          <a:p>
            <a:pPr>
              <a:defRPr sz="1600"/>
            </a:pPr>
            <a:r>
              <a:t>Viral load and efficacy measurements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Experimental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Nebulization preserved antibody integrity</a:t>
            </a:r>
          </a:p>
          <a:p>
            <a:pPr>
              <a:defRPr sz="1600"/>
            </a:pPr>
            <a:r>
              <a:t>Efficient deposition observed in upper and lower airways</a:t>
            </a:r>
          </a:p>
          <a:p>
            <a:pPr>
              <a:defRPr sz="1600"/>
            </a:pPr>
            <a:r>
              <a:t>Higher local antibody concentration than intravenous delivery</a:t>
            </a:r>
          </a:p>
          <a:p>
            <a:pPr>
              <a:defRPr sz="1600"/>
            </a:pPr>
            <a:r>
              <a:t>Supports direct respiratory therapeutic strategy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Nebulization and Lung Delivery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Picture 5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2743200" cy="3550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Broad neutralization across variants</a:t>
            </a:r>
          </a:p>
          <a:p>
            <a:pPr>
              <a:defRPr sz="1600"/>
            </a:pPr>
            <a:r>
              <a:t>Strong antiviral activity in lungs</a:t>
            </a:r>
          </a:p>
          <a:p>
            <a:pPr>
              <a:defRPr sz="1600"/>
            </a:pPr>
            <a:r>
              <a:t>Improved respiratory tract targeting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600"/>
            </a:pPr>
            <a:r>
              <a:t>Reduced viral replication after challenge</a:t>
            </a:r>
          </a:p>
          <a:p>
            <a:pPr>
              <a:defRPr sz="1600"/>
            </a:pPr>
            <a:r>
              <a:t>Potentially reduced treatment barriers</a:t>
            </a:r>
          </a:p>
          <a:p>
            <a:pPr>
              <a:defRPr sz="1600"/>
            </a:pPr>
            <a:r>
              <a:t>Non‑invasive administration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Key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Inhaled antibody significantly reduced viral load</a:t>
            </a:r>
          </a:p>
          <a:p>
            <a:pPr>
              <a:defRPr sz="1600"/>
            </a:pPr>
            <a:r>
              <a:t>Rapid activity at primary infection sites</a:t>
            </a:r>
          </a:p>
          <a:p>
            <a:pPr>
              <a:defRPr sz="1600"/>
            </a:pPr>
            <a:r>
              <a:t>Improved therapeutic efficiency compared with systemic exposure</a:t>
            </a:r>
          </a:p>
          <a:p>
            <a:pPr>
              <a:defRPr sz="1600"/>
            </a:pPr>
            <a:r>
              <a:t>Promising platform for respiratory virus treatment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EE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Impact on Viral Load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Picture 5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2743200" cy="3550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600"/>
            </a:pPr>
            <a:r>
              <a:t>Inhaled biologics may simplify outpatient treatment</a:t>
            </a:r>
          </a:p>
          <a:p>
            <a:pPr>
              <a:defRPr sz="1600"/>
            </a:pPr>
            <a:r>
              <a:t>Potentially scalable for future respiratory outbreaks</a:t>
            </a:r>
          </a:p>
          <a:p>
            <a:pPr>
              <a:defRPr sz="1600"/>
            </a:pPr>
            <a:r>
              <a:t>Supports development of variant‑resistant antibody therapies</a:t>
            </a:r>
          </a:p>
          <a:p>
            <a:pPr>
              <a:defRPr sz="1600"/>
            </a:pPr>
            <a:r>
              <a:t>Demonstrates innovative delivery strategy from Icosagen collaboration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Clinical and Commercial Relevance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Broadly neutralizing inhaled antibodies represent a promising direction for accessible and effective respiratory antiviral therapy.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292</Words>
  <Application>Microsoft Macintosh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Arial</vt:lpstr>
      <vt:lpstr>Office Theme</vt:lpstr>
      <vt:lpstr>Broadly Neutralizing SARS‑CoV‑2 Antibody</vt:lpstr>
      <vt:lpstr>Study Background</vt:lpstr>
      <vt:lpstr>Main Objectives</vt:lpstr>
      <vt:lpstr>Antibody Design and Mechanism</vt:lpstr>
      <vt:lpstr>Experimental Workflow</vt:lpstr>
      <vt:lpstr>Nebulization and Lung Delivery</vt:lpstr>
      <vt:lpstr>Key Findings</vt:lpstr>
      <vt:lpstr>Impact on Viral Load</vt:lpstr>
      <vt:lpstr>Clinical and Commercial Relevance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2026-05-10T11:16:40Z</dcterms:modified>
</cp:coreProperties>
</file>